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60" r:id="rId8"/>
    <p:sldId id="263" r:id="rId9"/>
    <p:sldId id="264" r:id="rId10"/>
    <p:sldId id="266" r:id="rId11"/>
    <p:sldId id="261" r:id="rId12"/>
    <p:sldId id="262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886167-E5F3-49D3-9966-B4B68D560A2C}" v="1" dt="2025-09-23T19:01:56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lal Hussain Mohammed" userId="ff2bdbe9-2794-4f64-a519-2220357de2dc" providerId="ADAL" clId="{E8A0E07C-3F25-41E6-AE2B-26BFE3CA41B1}"/>
    <pc:docChg chg="custSel addSld modSld">
      <pc:chgData name="Bilal Hussain Mohammed" userId="ff2bdbe9-2794-4f64-a519-2220357de2dc" providerId="ADAL" clId="{E8A0E07C-3F25-41E6-AE2B-26BFE3CA41B1}" dt="2025-09-23T19:02:53.445" v="65" actId="1076"/>
      <pc:docMkLst>
        <pc:docMk/>
      </pc:docMkLst>
      <pc:sldChg chg="addSp delSp modSp mod addAnim">
        <pc:chgData name="Bilal Hussain Mohammed" userId="ff2bdbe9-2794-4f64-a519-2220357de2dc" providerId="ADAL" clId="{E8A0E07C-3F25-41E6-AE2B-26BFE3CA41B1}" dt="2025-09-23T18:59:48.333" v="2"/>
        <pc:sldMkLst>
          <pc:docMk/>
          <pc:sldMk cId="0" sldId="256"/>
        </pc:sldMkLst>
        <pc:spChg chg="mod">
          <ac:chgData name="Bilal Hussain Mohammed" userId="ff2bdbe9-2794-4f64-a519-2220357de2dc" providerId="ADAL" clId="{E8A0E07C-3F25-41E6-AE2B-26BFE3CA41B1}" dt="2025-09-23T18:59:48.331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Bilal Hussain Mohammed" userId="ff2bdbe9-2794-4f64-a519-2220357de2dc" providerId="ADAL" clId="{E8A0E07C-3F25-41E6-AE2B-26BFE3CA41B1}" dt="2025-09-23T18:59:48.331" v="0" actId="26606"/>
          <ac:spMkLst>
            <pc:docMk/>
            <pc:sldMk cId="0" sldId="256"/>
            <ac:spMk id="3" creationId="{00000000-0000-0000-0000-000000000000}"/>
          </ac:spMkLst>
        </pc:spChg>
        <pc:spChg chg="del">
          <ac:chgData name="Bilal Hussain Mohammed" userId="ff2bdbe9-2794-4f64-a519-2220357de2dc" providerId="ADAL" clId="{E8A0E07C-3F25-41E6-AE2B-26BFE3CA41B1}" dt="2025-09-23T18:59:48.331" v="0" actId="26606"/>
          <ac:spMkLst>
            <pc:docMk/>
            <pc:sldMk cId="0" sldId="256"/>
            <ac:spMk id="18" creationId="{8B646C36-EEEC-4D52-8E8E-206F4CD8A3DA}"/>
          </ac:spMkLst>
        </pc:spChg>
        <pc:spChg chg="del">
          <ac:chgData name="Bilal Hussain Mohammed" userId="ff2bdbe9-2794-4f64-a519-2220357de2dc" providerId="ADAL" clId="{E8A0E07C-3F25-41E6-AE2B-26BFE3CA41B1}" dt="2025-09-23T18:59:48.331" v="0" actId="26606"/>
          <ac:spMkLst>
            <pc:docMk/>
            <pc:sldMk cId="0" sldId="256"/>
            <ac:spMk id="24" creationId="{8258443E-B333-44F4-8D49-1EAB1C1A4613}"/>
          </ac:spMkLst>
        </pc:spChg>
        <pc:spChg chg="del">
          <ac:chgData name="Bilal Hussain Mohammed" userId="ff2bdbe9-2794-4f64-a519-2220357de2dc" providerId="ADAL" clId="{E8A0E07C-3F25-41E6-AE2B-26BFE3CA41B1}" dt="2025-09-23T18:59:48.331" v="0" actId="26606"/>
          <ac:spMkLst>
            <pc:docMk/>
            <pc:sldMk cId="0" sldId="256"/>
            <ac:spMk id="33" creationId="{4FB204DF-284E-45F6-A017-79A4DF57BCCB}"/>
          </ac:spMkLst>
        </pc:spChg>
        <pc:spChg chg="del">
          <ac:chgData name="Bilal Hussain Mohammed" userId="ff2bdbe9-2794-4f64-a519-2220357de2dc" providerId="ADAL" clId="{E8A0E07C-3F25-41E6-AE2B-26BFE3CA41B1}" dt="2025-09-23T18:59:48.331" v="0" actId="26606"/>
          <ac:spMkLst>
            <pc:docMk/>
            <pc:sldMk cId="0" sldId="256"/>
            <ac:spMk id="35" creationId="{EB8560A9-B281-46EB-A304-1E4A5A00D6A9}"/>
          </ac:spMkLst>
        </pc:spChg>
        <pc:spChg chg="del">
          <ac:chgData name="Bilal Hussain Mohammed" userId="ff2bdbe9-2794-4f64-a519-2220357de2dc" providerId="ADAL" clId="{E8A0E07C-3F25-41E6-AE2B-26BFE3CA41B1}" dt="2025-09-23T18:59:48.331" v="0" actId="26606"/>
          <ac:spMkLst>
            <pc:docMk/>
            <pc:sldMk cId="0" sldId="256"/>
            <ac:spMk id="37" creationId="{4D1A5E71-B6B6-486A-8CDC-C7ABD9B903F6}"/>
          </ac:spMkLst>
        </pc:spChg>
        <pc:spChg chg="del">
          <ac:chgData name="Bilal Hussain Mohammed" userId="ff2bdbe9-2794-4f64-a519-2220357de2dc" providerId="ADAL" clId="{E8A0E07C-3F25-41E6-AE2B-26BFE3CA41B1}" dt="2025-09-23T18:59:48.331" v="0" actId="26606"/>
          <ac:spMkLst>
            <pc:docMk/>
            <pc:sldMk cId="0" sldId="256"/>
            <ac:spMk id="39" creationId="{667882DD-56E8-460E-99D5-86E71982D5AB}"/>
          </ac:spMkLst>
        </pc:spChg>
        <pc:spChg chg="add">
          <ac:chgData name="Bilal Hussain Mohammed" userId="ff2bdbe9-2794-4f64-a519-2220357de2dc" providerId="ADAL" clId="{E8A0E07C-3F25-41E6-AE2B-26BFE3CA41B1}" dt="2025-09-23T18:59:48.331" v="0" actId="26606"/>
          <ac:spMkLst>
            <pc:docMk/>
            <pc:sldMk cId="0" sldId="256"/>
            <ac:spMk id="44" creationId="{657F69E0-C4B0-4BEC-A689-4F8D877F05D4}"/>
          </ac:spMkLst>
        </pc:spChg>
        <pc:spChg chg="add">
          <ac:chgData name="Bilal Hussain Mohammed" userId="ff2bdbe9-2794-4f64-a519-2220357de2dc" providerId="ADAL" clId="{E8A0E07C-3F25-41E6-AE2B-26BFE3CA41B1}" dt="2025-09-23T18:59:48.331" v="0" actId="26606"/>
          <ac:spMkLst>
            <pc:docMk/>
            <pc:sldMk cId="0" sldId="256"/>
            <ac:spMk id="46" creationId="{9F6380B4-6A1C-481E-8408-B4E6C75B9B81}"/>
          </ac:spMkLst>
        </pc:spChg>
      </pc:sldChg>
      <pc:sldChg chg="addSp delSp modSp new mod modAnim">
        <pc:chgData name="Bilal Hussain Mohammed" userId="ff2bdbe9-2794-4f64-a519-2220357de2dc" providerId="ADAL" clId="{E8A0E07C-3F25-41E6-AE2B-26BFE3CA41B1}" dt="2025-09-23T19:02:53.445" v="65" actId="1076"/>
        <pc:sldMkLst>
          <pc:docMk/>
          <pc:sldMk cId="1607491256" sldId="267"/>
        </pc:sldMkLst>
        <pc:spChg chg="mod">
          <ac:chgData name="Bilal Hussain Mohammed" userId="ff2bdbe9-2794-4f64-a519-2220357de2dc" providerId="ADAL" clId="{E8A0E07C-3F25-41E6-AE2B-26BFE3CA41B1}" dt="2025-09-23T19:02:53.445" v="65" actId="1076"/>
          <ac:spMkLst>
            <pc:docMk/>
            <pc:sldMk cId="1607491256" sldId="267"/>
            <ac:spMk id="2" creationId="{F8AB70ED-603A-3600-E7A0-C29F83F1D5CA}"/>
          </ac:spMkLst>
        </pc:spChg>
        <pc:spChg chg="del">
          <ac:chgData name="Bilal Hussain Mohammed" userId="ff2bdbe9-2794-4f64-a519-2220357de2dc" providerId="ADAL" clId="{E8A0E07C-3F25-41E6-AE2B-26BFE3CA41B1}" dt="2025-09-23T19:01:56.597" v="58"/>
          <ac:spMkLst>
            <pc:docMk/>
            <pc:sldMk cId="1607491256" sldId="267"/>
            <ac:spMk id="3" creationId="{7F3CAE17-F9CC-4DCA-C1A8-F7D248D2282D}"/>
          </ac:spMkLst>
        </pc:spChg>
        <pc:picChg chg="add mod">
          <ac:chgData name="Bilal Hussain Mohammed" userId="ff2bdbe9-2794-4f64-a519-2220357de2dc" providerId="ADAL" clId="{E8A0E07C-3F25-41E6-AE2B-26BFE3CA41B1}" dt="2025-09-23T19:02:33.426" v="61" actId="1076"/>
          <ac:picMkLst>
            <pc:docMk/>
            <pc:sldMk cId="1607491256" sldId="267"/>
            <ac:picMk id="4" creationId="{704651BE-EECB-7D5B-8899-031952D076B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681B49-E00F-42B0-955F-F819BCD0292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0A65521-C898-49AC-91B6-F5241B3026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main purpose of this assignment is to test the PWM functionality on the RPi in the lab with the oscilloscope.</a:t>
          </a:r>
        </a:p>
      </dgm:t>
    </dgm:pt>
    <dgm:pt modelId="{F7E5108E-CB30-4DEB-BD5B-C08B9D476E4D}" type="parTrans" cxnId="{11752CAE-6A8D-4118-8F77-96B4C8EF2576}">
      <dgm:prSet/>
      <dgm:spPr/>
      <dgm:t>
        <a:bodyPr/>
        <a:lstStyle/>
        <a:p>
          <a:endParaRPr lang="en-US"/>
        </a:p>
      </dgm:t>
    </dgm:pt>
    <dgm:pt modelId="{CB9AD0D0-E5BC-4D1B-A94D-8797473200A6}" type="sibTrans" cxnId="{11752CAE-6A8D-4118-8F77-96B4C8EF2576}">
      <dgm:prSet/>
      <dgm:spPr/>
      <dgm:t>
        <a:bodyPr/>
        <a:lstStyle/>
        <a:p>
          <a:endParaRPr lang="en-US"/>
        </a:p>
      </dgm:t>
    </dgm:pt>
    <dgm:pt modelId="{732E5F6A-C3CD-43EB-83B5-831852477F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Testing the duty cycle at 75% and 90%.</a:t>
          </a:r>
        </a:p>
      </dgm:t>
    </dgm:pt>
    <dgm:pt modelId="{1B2C5F8A-5460-4362-9499-98E59BF1A44B}" type="parTrans" cxnId="{31870BD8-E156-4906-BEB9-5BE1D443828F}">
      <dgm:prSet/>
      <dgm:spPr/>
      <dgm:t>
        <a:bodyPr/>
        <a:lstStyle/>
        <a:p>
          <a:endParaRPr lang="en-US"/>
        </a:p>
      </dgm:t>
    </dgm:pt>
    <dgm:pt modelId="{BB7E8054-4F86-4FFD-9E19-9E6C753DD753}" type="sibTrans" cxnId="{31870BD8-E156-4906-BEB9-5BE1D443828F}">
      <dgm:prSet/>
      <dgm:spPr/>
      <dgm:t>
        <a:bodyPr/>
        <a:lstStyle/>
        <a:p>
          <a:endParaRPr lang="en-US"/>
        </a:p>
      </dgm:t>
    </dgm:pt>
    <dgm:pt modelId="{28BD2153-EEDC-45D3-B6CE-03CC38C9DDAD}" type="pres">
      <dgm:prSet presAssocID="{DA681B49-E00F-42B0-955F-F819BCD02920}" presName="root" presStyleCnt="0">
        <dgm:presLayoutVars>
          <dgm:dir/>
          <dgm:resizeHandles val="exact"/>
        </dgm:presLayoutVars>
      </dgm:prSet>
      <dgm:spPr/>
    </dgm:pt>
    <dgm:pt modelId="{445D598D-941B-4D11-B528-F5F6D3DDE47A}" type="pres">
      <dgm:prSet presAssocID="{70A65521-C898-49AC-91B6-F5241B302640}" presName="compNode" presStyleCnt="0"/>
      <dgm:spPr/>
    </dgm:pt>
    <dgm:pt modelId="{6837A5B5-0F99-438B-A215-A3FA2BF333EC}" type="pres">
      <dgm:prSet presAssocID="{70A65521-C898-49AC-91B6-F5241B302640}" presName="bgRect" presStyleLbl="bgShp" presStyleIdx="0" presStyleCnt="2"/>
      <dgm:spPr/>
    </dgm:pt>
    <dgm:pt modelId="{5C523FD2-C33A-4507-AD52-35100DEAD6CD}" type="pres">
      <dgm:prSet presAssocID="{70A65521-C898-49AC-91B6-F5241B30264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AADD392C-F5CB-41D7-8D5F-687BF96D650E}" type="pres">
      <dgm:prSet presAssocID="{70A65521-C898-49AC-91B6-F5241B302640}" presName="spaceRect" presStyleCnt="0"/>
      <dgm:spPr/>
    </dgm:pt>
    <dgm:pt modelId="{E37FA98C-B475-496C-A198-F16E38687A26}" type="pres">
      <dgm:prSet presAssocID="{70A65521-C898-49AC-91B6-F5241B302640}" presName="parTx" presStyleLbl="revTx" presStyleIdx="0" presStyleCnt="2">
        <dgm:presLayoutVars>
          <dgm:chMax val="0"/>
          <dgm:chPref val="0"/>
        </dgm:presLayoutVars>
      </dgm:prSet>
      <dgm:spPr/>
    </dgm:pt>
    <dgm:pt modelId="{4835AD6C-F757-450A-AB13-D9D3AC4A3985}" type="pres">
      <dgm:prSet presAssocID="{CB9AD0D0-E5BC-4D1B-A94D-8797473200A6}" presName="sibTrans" presStyleCnt="0"/>
      <dgm:spPr/>
    </dgm:pt>
    <dgm:pt modelId="{20AB36CF-4375-4FCD-A167-337D3057644F}" type="pres">
      <dgm:prSet presAssocID="{732E5F6A-C3CD-43EB-83B5-831852477F34}" presName="compNode" presStyleCnt="0"/>
      <dgm:spPr/>
    </dgm:pt>
    <dgm:pt modelId="{BD9AF743-82EF-4AA5-8FDE-50B619E32B7D}" type="pres">
      <dgm:prSet presAssocID="{732E5F6A-C3CD-43EB-83B5-831852477F34}" presName="bgRect" presStyleLbl="bgShp" presStyleIdx="1" presStyleCnt="2"/>
      <dgm:spPr/>
    </dgm:pt>
    <dgm:pt modelId="{655E2397-EE78-4F82-9BD2-8E0203EC3C73}" type="pres">
      <dgm:prSet presAssocID="{732E5F6A-C3CD-43EB-83B5-831852477F3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08D14EC9-EB23-4ABA-B094-3E2246C1A340}" type="pres">
      <dgm:prSet presAssocID="{732E5F6A-C3CD-43EB-83B5-831852477F34}" presName="spaceRect" presStyleCnt="0"/>
      <dgm:spPr/>
    </dgm:pt>
    <dgm:pt modelId="{435AA876-8EF4-43C4-AEF5-6FCC65594134}" type="pres">
      <dgm:prSet presAssocID="{732E5F6A-C3CD-43EB-83B5-831852477F3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1752CAE-6A8D-4118-8F77-96B4C8EF2576}" srcId="{DA681B49-E00F-42B0-955F-F819BCD02920}" destId="{70A65521-C898-49AC-91B6-F5241B302640}" srcOrd="0" destOrd="0" parTransId="{F7E5108E-CB30-4DEB-BD5B-C08B9D476E4D}" sibTransId="{CB9AD0D0-E5BC-4D1B-A94D-8797473200A6}"/>
    <dgm:cxn modelId="{87118FAE-2215-43C7-B789-A9072153574B}" type="presOf" srcId="{DA681B49-E00F-42B0-955F-F819BCD02920}" destId="{28BD2153-EEDC-45D3-B6CE-03CC38C9DDAD}" srcOrd="0" destOrd="0" presId="urn:microsoft.com/office/officeart/2018/2/layout/IconVerticalSolidList"/>
    <dgm:cxn modelId="{31870BD8-E156-4906-BEB9-5BE1D443828F}" srcId="{DA681B49-E00F-42B0-955F-F819BCD02920}" destId="{732E5F6A-C3CD-43EB-83B5-831852477F34}" srcOrd="1" destOrd="0" parTransId="{1B2C5F8A-5460-4362-9499-98E59BF1A44B}" sibTransId="{BB7E8054-4F86-4FFD-9E19-9E6C753DD753}"/>
    <dgm:cxn modelId="{DDF364D8-648C-4ACF-A5C1-634EDD92C960}" type="presOf" srcId="{70A65521-C898-49AC-91B6-F5241B302640}" destId="{E37FA98C-B475-496C-A198-F16E38687A26}" srcOrd="0" destOrd="0" presId="urn:microsoft.com/office/officeart/2018/2/layout/IconVerticalSolidList"/>
    <dgm:cxn modelId="{D6FB39DC-7340-4C3B-84D9-F8CC2C128D16}" type="presOf" srcId="{732E5F6A-C3CD-43EB-83B5-831852477F34}" destId="{435AA876-8EF4-43C4-AEF5-6FCC65594134}" srcOrd="0" destOrd="0" presId="urn:microsoft.com/office/officeart/2018/2/layout/IconVerticalSolidList"/>
    <dgm:cxn modelId="{965672BF-1BB9-4597-88ED-84A906F7384B}" type="presParOf" srcId="{28BD2153-EEDC-45D3-B6CE-03CC38C9DDAD}" destId="{445D598D-941B-4D11-B528-F5F6D3DDE47A}" srcOrd="0" destOrd="0" presId="urn:microsoft.com/office/officeart/2018/2/layout/IconVerticalSolidList"/>
    <dgm:cxn modelId="{31777863-BF28-46B0-BF2B-9C25143DE3B2}" type="presParOf" srcId="{445D598D-941B-4D11-B528-F5F6D3DDE47A}" destId="{6837A5B5-0F99-438B-A215-A3FA2BF333EC}" srcOrd="0" destOrd="0" presId="urn:microsoft.com/office/officeart/2018/2/layout/IconVerticalSolidList"/>
    <dgm:cxn modelId="{79964236-FB0F-4D7E-80DC-35141431C024}" type="presParOf" srcId="{445D598D-941B-4D11-B528-F5F6D3DDE47A}" destId="{5C523FD2-C33A-4507-AD52-35100DEAD6CD}" srcOrd="1" destOrd="0" presId="urn:microsoft.com/office/officeart/2018/2/layout/IconVerticalSolidList"/>
    <dgm:cxn modelId="{66E9737F-5D7F-4B1C-B976-434B7D901603}" type="presParOf" srcId="{445D598D-941B-4D11-B528-F5F6D3DDE47A}" destId="{AADD392C-F5CB-41D7-8D5F-687BF96D650E}" srcOrd="2" destOrd="0" presId="urn:microsoft.com/office/officeart/2018/2/layout/IconVerticalSolidList"/>
    <dgm:cxn modelId="{D762301F-AF8C-45BD-80AD-BF1F802E4142}" type="presParOf" srcId="{445D598D-941B-4D11-B528-F5F6D3DDE47A}" destId="{E37FA98C-B475-496C-A198-F16E38687A26}" srcOrd="3" destOrd="0" presId="urn:microsoft.com/office/officeart/2018/2/layout/IconVerticalSolidList"/>
    <dgm:cxn modelId="{6684470A-C188-433B-8BCD-5A1A3EBA975A}" type="presParOf" srcId="{28BD2153-EEDC-45D3-B6CE-03CC38C9DDAD}" destId="{4835AD6C-F757-450A-AB13-D9D3AC4A3985}" srcOrd="1" destOrd="0" presId="urn:microsoft.com/office/officeart/2018/2/layout/IconVerticalSolidList"/>
    <dgm:cxn modelId="{C5B27203-5C26-43DA-A4B8-60F9DB0128C2}" type="presParOf" srcId="{28BD2153-EEDC-45D3-B6CE-03CC38C9DDAD}" destId="{20AB36CF-4375-4FCD-A167-337D3057644F}" srcOrd="2" destOrd="0" presId="urn:microsoft.com/office/officeart/2018/2/layout/IconVerticalSolidList"/>
    <dgm:cxn modelId="{9E7C44D6-3447-4DAA-91D0-3989504EF80C}" type="presParOf" srcId="{20AB36CF-4375-4FCD-A167-337D3057644F}" destId="{BD9AF743-82EF-4AA5-8FDE-50B619E32B7D}" srcOrd="0" destOrd="0" presId="urn:microsoft.com/office/officeart/2018/2/layout/IconVerticalSolidList"/>
    <dgm:cxn modelId="{2DB1DDE2-8E5C-4437-A3E6-9304D35906DB}" type="presParOf" srcId="{20AB36CF-4375-4FCD-A167-337D3057644F}" destId="{655E2397-EE78-4F82-9BD2-8E0203EC3C73}" srcOrd="1" destOrd="0" presId="urn:microsoft.com/office/officeart/2018/2/layout/IconVerticalSolidList"/>
    <dgm:cxn modelId="{E3DAFD32-7470-4107-860A-0CDF1BE3C3E9}" type="presParOf" srcId="{20AB36CF-4375-4FCD-A167-337D3057644F}" destId="{08D14EC9-EB23-4ABA-B094-3E2246C1A340}" srcOrd="2" destOrd="0" presId="urn:microsoft.com/office/officeart/2018/2/layout/IconVerticalSolidList"/>
    <dgm:cxn modelId="{F0C1D13A-CD81-4610-B91F-470CE74B35B9}" type="presParOf" srcId="{20AB36CF-4375-4FCD-A167-337D3057644F}" destId="{435AA876-8EF4-43C4-AEF5-6FCC6559413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DBD701-9A62-4ED9-BE07-AF0090949D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0B9C830-46B1-48D1-8866-3E128904AA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Used GPIO18 (Pin 12) for PWM output</a:t>
          </a:r>
        </a:p>
      </dgm:t>
    </dgm:pt>
    <dgm:pt modelId="{C52A91C6-BB5E-46E2-9DE9-AB6F383FB144}" type="parTrans" cxnId="{25AA6FAE-68DA-4212-BB39-A0058CC8B980}">
      <dgm:prSet/>
      <dgm:spPr/>
      <dgm:t>
        <a:bodyPr/>
        <a:lstStyle/>
        <a:p>
          <a:endParaRPr lang="en-US"/>
        </a:p>
      </dgm:t>
    </dgm:pt>
    <dgm:pt modelId="{D1EE9E74-15A4-4854-A834-255C60016BD0}" type="sibTrans" cxnId="{25AA6FAE-68DA-4212-BB39-A0058CC8B980}">
      <dgm:prSet/>
      <dgm:spPr/>
      <dgm:t>
        <a:bodyPr/>
        <a:lstStyle/>
        <a:p>
          <a:endParaRPr lang="en-US"/>
        </a:p>
      </dgm:t>
    </dgm:pt>
    <dgm:pt modelId="{90C09DDE-F09B-4281-89E1-A445E2A3C7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Tested duty cycle at 75% and 90%</a:t>
          </a:r>
        </a:p>
      </dgm:t>
    </dgm:pt>
    <dgm:pt modelId="{5676E1B1-DDCC-4580-851C-55B2D37A22DB}" type="parTrans" cxnId="{56D06B63-5BC0-4305-893F-926BCB2FA861}">
      <dgm:prSet/>
      <dgm:spPr/>
      <dgm:t>
        <a:bodyPr/>
        <a:lstStyle/>
        <a:p>
          <a:endParaRPr lang="en-US"/>
        </a:p>
      </dgm:t>
    </dgm:pt>
    <dgm:pt modelId="{4E501C2A-115A-45ED-935B-0A18F2D21128}" type="sibTrans" cxnId="{56D06B63-5BC0-4305-893F-926BCB2FA861}">
      <dgm:prSet/>
      <dgm:spPr/>
      <dgm:t>
        <a:bodyPr/>
        <a:lstStyle/>
        <a:p>
          <a:endParaRPr lang="en-US"/>
        </a:p>
      </dgm:t>
    </dgm:pt>
    <dgm:pt modelId="{5931B880-6643-4468-8459-0048884B04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Verified waveforms on oscilloscope</a:t>
          </a:r>
        </a:p>
      </dgm:t>
    </dgm:pt>
    <dgm:pt modelId="{D5812429-B064-4102-A2DA-CDF19C0E0D21}" type="parTrans" cxnId="{F96647FC-A576-49EA-9AFD-93C8219A9EF4}">
      <dgm:prSet/>
      <dgm:spPr/>
      <dgm:t>
        <a:bodyPr/>
        <a:lstStyle/>
        <a:p>
          <a:endParaRPr lang="en-US"/>
        </a:p>
      </dgm:t>
    </dgm:pt>
    <dgm:pt modelId="{9C1E495C-92B3-461B-BB37-AADCEC0D5EF2}" type="sibTrans" cxnId="{F96647FC-A576-49EA-9AFD-93C8219A9EF4}">
      <dgm:prSet/>
      <dgm:spPr/>
      <dgm:t>
        <a:bodyPr/>
        <a:lstStyle/>
        <a:p>
          <a:endParaRPr lang="en-US"/>
        </a:p>
      </dgm:t>
    </dgm:pt>
    <dgm:pt modelId="{3EA65CF6-7486-4BD7-AD30-EC63CED6D9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LED provided visual confirmation of brightness change</a:t>
          </a:r>
        </a:p>
      </dgm:t>
    </dgm:pt>
    <dgm:pt modelId="{E7EC67E8-E6EB-43A7-B492-A62BB39030EB}" type="parTrans" cxnId="{C18B8387-BD62-4072-8090-33DD8921A35B}">
      <dgm:prSet/>
      <dgm:spPr/>
      <dgm:t>
        <a:bodyPr/>
        <a:lstStyle/>
        <a:p>
          <a:endParaRPr lang="en-US"/>
        </a:p>
      </dgm:t>
    </dgm:pt>
    <dgm:pt modelId="{D312331B-D52B-435C-8A12-0EFBC1CE6F0E}" type="sibTrans" cxnId="{C18B8387-BD62-4072-8090-33DD8921A35B}">
      <dgm:prSet/>
      <dgm:spPr/>
      <dgm:t>
        <a:bodyPr/>
        <a:lstStyle/>
        <a:p>
          <a:endParaRPr lang="en-US"/>
        </a:p>
      </dgm:t>
    </dgm:pt>
    <dgm:pt modelId="{AA9122E8-116C-4789-9989-59704F98AC69}" type="pres">
      <dgm:prSet presAssocID="{88DBD701-9A62-4ED9-BE07-AF0090949D8F}" presName="root" presStyleCnt="0">
        <dgm:presLayoutVars>
          <dgm:dir/>
          <dgm:resizeHandles val="exact"/>
        </dgm:presLayoutVars>
      </dgm:prSet>
      <dgm:spPr/>
    </dgm:pt>
    <dgm:pt modelId="{388A3A48-E6A6-4A6B-8028-AF59814D7566}" type="pres">
      <dgm:prSet presAssocID="{C0B9C830-46B1-48D1-8866-3E128904AA1E}" presName="compNode" presStyleCnt="0"/>
      <dgm:spPr/>
    </dgm:pt>
    <dgm:pt modelId="{357AADDA-2CC4-4291-A65A-D793737E3AFA}" type="pres">
      <dgm:prSet presAssocID="{C0B9C830-46B1-48D1-8866-3E128904AA1E}" presName="bgRect" presStyleLbl="bgShp" presStyleIdx="0" presStyleCnt="4"/>
      <dgm:spPr/>
    </dgm:pt>
    <dgm:pt modelId="{3358E446-D836-46CA-AE00-1399932CD2B7}" type="pres">
      <dgm:prSet presAssocID="{C0B9C830-46B1-48D1-8866-3E128904AA1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n"/>
        </a:ext>
      </dgm:extLst>
    </dgm:pt>
    <dgm:pt modelId="{109ED102-F989-4FD9-A83D-10F3B73D9703}" type="pres">
      <dgm:prSet presAssocID="{C0B9C830-46B1-48D1-8866-3E128904AA1E}" presName="spaceRect" presStyleCnt="0"/>
      <dgm:spPr/>
    </dgm:pt>
    <dgm:pt modelId="{16BFE411-7DA1-4AC2-885C-D5F1DC84EBA1}" type="pres">
      <dgm:prSet presAssocID="{C0B9C830-46B1-48D1-8866-3E128904AA1E}" presName="parTx" presStyleLbl="revTx" presStyleIdx="0" presStyleCnt="4">
        <dgm:presLayoutVars>
          <dgm:chMax val="0"/>
          <dgm:chPref val="0"/>
        </dgm:presLayoutVars>
      </dgm:prSet>
      <dgm:spPr/>
    </dgm:pt>
    <dgm:pt modelId="{C5A0C9F6-859B-48B6-8335-76116ABD853B}" type="pres">
      <dgm:prSet presAssocID="{D1EE9E74-15A4-4854-A834-255C60016BD0}" presName="sibTrans" presStyleCnt="0"/>
      <dgm:spPr/>
    </dgm:pt>
    <dgm:pt modelId="{B9124C2D-1A43-41E4-8635-D8E6DD312EE4}" type="pres">
      <dgm:prSet presAssocID="{90C09DDE-F09B-4281-89E1-A445E2A3C77A}" presName="compNode" presStyleCnt="0"/>
      <dgm:spPr/>
    </dgm:pt>
    <dgm:pt modelId="{1DE03F76-B5E8-46F0-A325-D4E026B2DB5F}" type="pres">
      <dgm:prSet presAssocID="{90C09DDE-F09B-4281-89E1-A445E2A3C77A}" presName="bgRect" presStyleLbl="bgShp" presStyleIdx="1" presStyleCnt="4"/>
      <dgm:spPr/>
    </dgm:pt>
    <dgm:pt modelId="{28B7640A-2DD0-4060-A850-376FB22436FB}" type="pres">
      <dgm:prSet presAssocID="{90C09DDE-F09B-4281-89E1-A445E2A3C77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F17A7FAA-A257-4D43-A39F-4193F42265EA}" type="pres">
      <dgm:prSet presAssocID="{90C09DDE-F09B-4281-89E1-A445E2A3C77A}" presName="spaceRect" presStyleCnt="0"/>
      <dgm:spPr/>
    </dgm:pt>
    <dgm:pt modelId="{4A614080-4C88-4001-8725-497FB51CD17B}" type="pres">
      <dgm:prSet presAssocID="{90C09DDE-F09B-4281-89E1-A445E2A3C77A}" presName="parTx" presStyleLbl="revTx" presStyleIdx="1" presStyleCnt="4">
        <dgm:presLayoutVars>
          <dgm:chMax val="0"/>
          <dgm:chPref val="0"/>
        </dgm:presLayoutVars>
      </dgm:prSet>
      <dgm:spPr/>
    </dgm:pt>
    <dgm:pt modelId="{08DDD233-8CC2-400E-8BAA-1CF0786EE1C2}" type="pres">
      <dgm:prSet presAssocID="{4E501C2A-115A-45ED-935B-0A18F2D21128}" presName="sibTrans" presStyleCnt="0"/>
      <dgm:spPr/>
    </dgm:pt>
    <dgm:pt modelId="{6993110F-BA13-4A9C-BE6D-2B52D360D092}" type="pres">
      <dgm:prSet presAssocID="{5931B880-6643-4468-8459-0048884B04A6}" presName="compNode" presStyleCnt="0"/>
      <dgm:spPr/>
    </dgm:pt>
    <dgm:pt modelId="{4B6BB9C3-63A8-4109-BB3A-206D418CE14A}" type="pres">
      <dgm:prSet presAssocID="{5931B880-6643-4468-8459-0048884B04A6}" presName="bgRect" presStyleLbl="bgShp" presStyleIdx="2" presStyleCnt="4"/>
      <dgm:spPr/>
    </dgm:pt>
    <dgm:pt modelId="{F0A0D73B-D3A3-4E28-823D-B5463B4C1942}" type="pres">
      <dgm:prSet presAssocID="{5931B880-6643-4468-8459-0048884B04A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677A54E-8A8F-4D79-B77B-1658A4DA9EFE}" type="pres">
      <dgm:prSet presAssocID="{5931B880-6643-4468-8459-0048884B04A6}" presName="spaceRect" presStyleCnt="0"/>
      <dgm:spPr/>
    </dgm:pt>
    <dgm:pt modelId="{2C4BCEC1-FF51-4C60-BCB8-A53D94BFAD03}" type="pres">
      <dgm:prSet presAssocID="{5931B880-6643-4468-8459-0048884B04A6}" presName="parTx" presStyleLbl="revTx" presStyleIdx="2" presStyleCnt="4">
        <dgm:presLayoutVars>
          <dgm:chMax val="0"/>
          <dgm:chPref val="0"/>
        </dgm:presLayoutVars>
      </dgm:prSet>
      <dgm:spPr/>
    </dgm:pt>
    <dgm:pt modelId="{9E63C445-C55B-4672-9665-7A8A2C10AA1D}" type="pres">
      <dgm:prSet presAssocID="{9C1E495C-92B3-461B-BB37-AADCEC0D5EF2}" presName="sibTrans" presStyleCnt="0"/>
      <dgm:spPr/>
    </dgm:pt>
    <dgm:pt modelId="{92300E3A-C133-40C3-A8E8-CF11828CDC10}" type="pres">
      <dgm:prSet presAssocID="{3EA65CF6-7486-4BD7-AD30-EC63CED6D9A6}" presName="compNode" presStyleCnt="0"/>
      <dgm:spPr/>
    </dgm:pt>
    <dgm:pt modelId="{1B469FC4-A431-4D52-A412-4704A7AEDC06}" type="pres">
      <dgm:prSet presAssocID="{3EA65CF6-7486-4BD7-AD30-EC63CED6D9A6}" presName="bgRect" presStyleLbl="bgShp" presStyleIdx="3" presStyleCnt="4"/>
      <dgm:spPr/>
    </dgm:pt>
    <dgm:pt modelId="{8C3E53E2-D0F8-42C0-AD55-65F962B22759}" type="pres">
      <dgm:prSet presAssocID="{3EA65CF6-7486-4BD7-AD30-EC63CED6D9A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B4E8D14A-5919-4708-A22D-42021B9C81C9}" type="pres">
      <dgm:prSet presAssocID="{3EA65CF6-7486-4BD7-AD30-EC63CED6D9A6}" presName="spaceRect" presStyleCnt="0"/>
      <dgm:spPr/>
    </dgm:pt>
    <dgm:pt modelId="{CDC830D3-AF1B-42DF-9127-C37BFDF01DB8}" type="pres">
      <dgm:prSet presAssocID="{3EA65CF6-7486-4BD7-AD30-EC63CED6D9A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2980006-F3D0-4770-BC5C-8B90212AF5B7}" type="presOf" srcId="{C0B9C830-46B1-48D1-8866-3E128904AA1E}" destId="{16BFE411-7DA1-4AC2-885C-D5F1DC84EBA1}" srcOrd="0" destOrd="0" presId="urn:microsoft.com/office/officeart/2018/2/layout/IconVerticalSolidList"/>
    <dgm:cxn modelId="{2F1C0116-D5C3-4F4B-9D15-54F1124719B6}" type="presOf" srcId="{88DBD701-9A62-4ED9-BE07-AF0090949D8F}" destId="{AA9122E8-116C-4789-9989-59704F98AC69}" srcOrd="0" destOrd="0" presId="urn:microsoft.com/office/officeart/2018/2/layout/IconVerticalSolidList"/>
    <dgm:cxn modelId="{F2D5D75D-150B-430D-B968-B88942B60143}" type="presOf" srcId="{5931B880-6643-4468-8459-0048884B04A6}" destId="{2C4BCEC1-FF51-4C60-BCB8-A53D94BFAD03}" srcOrd="0" destOrd="0" presId="urn:microsoft.com/office/officeart/2018/2/layout/IconVerticalSolidList"/>
    <dgm:cxn modelId="{56D06B63-5BC0-4305-893F-926BCB2FA861}" srcId="{88DBD701-9A62-4ED9-BE07-AF0090949D8F}" destId="{90C09DDE-F09B-4281-89E1-A445E2A3C77A}" srcOrd="1" destOrd="0" parTransId="{5676E1B1-DDCC-4580-851C-55B2D37A22DB}" sibTransId="{4E501C2A-115A-45ED-935B-0A18F2D21128}"/>
    <dgm:cxn modelId="{C18B8387-BD62-4072-8090-33DD8921A35B}" srcId="{88DBD701-9A62-4ED9-BE07-AF0090949D8F}" destId="{3EA65CF6-7486-4BD7-AD30-EC63CED6D9A6}" srcOrd="3" destOrd="0" parTransId="{E7EC67E8-E6EB-43A7-B492-A62BB39030EB}" sibTransId="{D312331B-D52B-435C-8A12-0EFBC1CE6F0E}"/>
    <dgm:cxn modelId="{2ED0D2A5-16A8-4562-8652-2D883D47277D}" type="presOf" srcId="{3EA65CF6-7486-4BD7-AD30-EC63CED6D9A6}" destId="{CDC830D3-AF1B-42DF-9127-C37BFDF01DB8}" srcOrd="0" destOrd="0" presId="urn:microsoft.com/office/officeart/2018/2/layout/IconVerticalSolidList"/>
    <dgm:cxn modelId="{97E655A6-9334-4A10-B1AB-A1263FD90F18}" type="presOf" srcId="{90C09DDE-F09B-4281-89E1-A445E2A3C77A}" destId="{4A614080-4C88-4001-8725-497FB51CD17B}" srcOrd="0" destOrd="0" presId="urn:microsoft.com/office/officeart/2018/2/layout/IconVerticalSolidList"/>
    <dgm:cxn modelId="{25AA6FAE-68DA-4212-BB39-A0058CC8B980}" srcId="{88DBD701-9A62-4ED9-BE07-AF0090949D8F}" destId="{C0B9C830-46B1-48D1-8866-3E128904AA1E}" srcOrd="0" destOrd="0" parTransId="{C52A91C6-BB5E-46E2-9DE9-AB6F383FB144}" sibTransId="{D1EE9E74-15A4-4854-A834-255C60016BD0}"/>
    <dgm:cxn modelId="{F96647FC-A576-49EA-9AFD-93C8219A9EF4}" srcId="{88DBD701-9A62-4ED9-BE07-AF0090949D8F}" destId="{5931B880-6643-4468-8459-0048884B04A6}" srcOrd="2" destOrd="0" parTransId="{D5812429-B064-4102-A2DA-CDF19C0E0D21}" sibTransId="{9C1E495C-92B3-461B-BB37-AADCEC0D5EF2}"/>
    <dgm:cxn modelId="{8995E73C-084F-4BEA-BE21-DF52B5715820}" type="presParOf" srcId="{AA9122E8-116C-4789-9989-59704F98AC69}" destId="{388A3A48-E6A6-4A6B-8028-AF59814D7566}" srcOrd="0" destOrd="0" presId="urn:microsoft.com/office/officeart/2018/2/layout/IconVerticalSolidList"/>
    <dgm:cxn modelId="{8165CEED-043A-4E3C-B6FF-85FC3CB73695}" type="presParOf" srcId="{388A3A48-E6A6-4A6B-8028-AF59814D7566}" destId="{357AADDA-2CC4-4291-A65A-D793737E3AFA}" srcOrd="0" destOrd="0" presId="urn:microsoft.com/office/officeart/2018/2/layout/IconVerticalSolidList"/>
    <dgm:cxn modelId="{05BA41D8-3298-4CFE-979C-86CFAA0EF0F8}" type="presParOf" srcId="{388A3A48-E6A6-4A6B-8028-AF59814D7566}" destId="{3358E446-D836-46CA-AE00-1399932CD2B7}" srcOrd="1" destOrd="0" presId="urn:microsoft.com/office/officeart/2018/2/layout/IconVerticalSolidList"/>
    <dgm:cxn modelId="{CAF83A30-4E5D-47EF-BC90-E51277165D87}" type="presParOf" srcId="{388A3A48-E6A6-4A6B-8028-AF59814D7566}" destId="{109ED102-F989-4FD9-A83D-10F3B73D9703}" srcOrd="2" destOrd="0" presId="urn:microsoft.com/office/officeart/2018/2/layout/IconVerticalSolidList"/>
    <dgm:cxn modelId="{C711C2EF-7559-473E-9380-F17DCF4DB6D8}" type="presParOf" srcId="{388A3A48-E6A6-4A6B-8028-AF59814D7566}" destId="{16BFE411-7DA1-4AC2-885C-D5F1DC84EBA1}" srcOrd="3" destOrd="0" presId="urn:microsoft.com/office/officeart/2018/2/layout/IconVerticalSolidList"/>
    <dgm:cxn modelId="{5D9542E2-51B2-43AB-AE23-C4B16378631F}" type="presParOf" srcId="{AA9122E8-116C-4789-9989-59704F98AC69}" destId="{C5A0C9F6-859B-48B6-8335-76116ABD853B}" srcOrd="1" destOrd="0" presId="urn:microsoft.com/office/officeart/2018/2/layout/IconVerticalSolidList"/>
    <dgm:cxn modelId="{DBA0C1F6-4675-4CB1-B537-1B7B539C1E1D}" type="presParOf" srcId="{AA9122E8-116C-4789-9989-59704F98AC69}" destId="{B9124C2D-1A43-41E4-8635-D8E6DD312EE4}" srcOrd="2" destOrd="0" presId="urn:microsoft.com/office/officeart/2018/2/layout/IconVerticalSolidList"/>
    <dgm:cxn modelId="{F451DA7B-7F6E-4B7D-929C-1FA82771879F}" type="presParOf" srcId="{B9124C2D-1A43-41E4-8635-D8E6DD312EE4}" destId="{1DE03F76-B5E8-46F0-A325-D4E026B2DB5F}" srcOrd="0" destOrd="0" presId="urn:microsoft.com/office/officeart/2018/2/layout/IconVerticalSolidList"/>
    <dgm:cxn modelId="{8DFC1686-FDCD-47FE-8554-441752FA8140}" type="presParOf" srcId="{B9124C2D-1A43-41E4-8635-D8E6DD312EE4}" destId="{28B7640A-2DD0-4060-A850-376FB22436FB}" srcOrd="1" destOrd="0" presId="urn:microsoft.com/office/officeart/2018/2/layout/IconVerticalSolidList"/>
    <dgm:cxn modelId="{76131FFB-EA72-41CF-8720-861872AE1E2F}" type="presParOf" srcId="{B9124C2D-1A43-41E4-8635-D8E6DD312EE4}" destId="{F17A7FAA-A257-4D43-A39F-4193F42265EA}" srcOrd="2" destOrd="0" presId="urn:microsoft.com/office/officeart/2018/2/layout/IconVerticalSolidList"/>
    <dgm:cxn modelId="{241B1D7B-53C1-4076-869B-322ECF9C9223}" type="presParOf" srcId="{B9124C2D-1A43-41E4-8635-D8E6DD312EE4}" destId="{4A614080-4C88-4001-8725-497FB51CD17B}" srcOrd="3" destOrd="0" presId="urn:microsoft.com/office/officeart/2018/2/layout/IconVerticalSolidList"/>
    <dgm:cxn modelId="{620FFFD3-60F3-43DD-AF7E-12385838137B}" type="presParOf" srcId="{AA9122E8-116C-4789-9989-59704F98AC69}" destId="{08DDD233-8CC2-400E-8BAA-1CF0786EE1C2}" srcOrd="3" destOrd="0" presId="urn:microsoft.com/office/officeart/2018/2/layout/IconVerticalSolidList"/>
    <dgm:cxn modelId="{0D562307-9E54-4636-AFC8-679017E04F01}" type="presParOf" srcId="{AA9122E8-116C-4789-9989-59704F98AC69}" destId="{6993110F-BA13-4A9C-BE6D-2B52D360D092}" srcOrd="4" destOrd="0" presId="urn:microsoft.com/office/officeart/2018/2/layout/IconVerticalSolidList"/>
    <dgm:cxn modelId="{7282EA1F-0C98-4758-81F2-0CF38E819E79}" type="presParOf" srcId="{6993110F-BA13-4A9C-BE6D-2B52D360D092}" destId="{4B6BB9C3-63A8-4109-BB3A-206D418CE14A}" srcOrd="0" destOrd="0" presId="urn:microsoft.com/office/officeart/2018/2/layout/IconVerticalSolidList"/>
    <dgm:cxn modelId="{C2D5D39E-DF12-440E-8AEE-F05F590FE42C}" type="presParOf" srcId="{6993110F-BA13-4A9C-BE6D-2B52D360D092}" destId="{F0A0D73B-D3A3-4E28-823D-B5463B4C1942}" srcOrd="1" destOrd="0" presId="urn:microsoft.com/office/officeart/2018/2/layout/IconVerticalSolidList"/>
    <dgm:cxn modelId="{8D191F4E-E2A9-42E1-925D-D3DEB81A6B31}" type="presParOf" srcId="{6993110F-BA13-4A9C-BE6D-2B52D360D092}" destId="{5677A54E-8A8F-4D79-B77B-1658A4DA9EFE}" srcOrd="2" destOrd="0" presId="urn:microsoft.com/office/officeart/2018/2/layout/IconVerticalSolidList"/>
    <dgm:cxn modelId="{1DFF8297-9208-45AF-8052-8D6EA25F579C}" type="presParOf" srcId="{6993110F-BA13-4A9C-BE6D-2B52D360D092}" destId="{2C4BCEC1-FF51-4C60-BCB8-A53D94BFAD03}" srcOrd="3" destOrd="0" presId="urn:microsoft.com/office/officeart/2018/2/layout/IconVerticalSolidList"/>
    <dgm:cxn modelId="{BEB67A69-9F3A-41C9-813F-7E348A65085B}" type="presParOf" srcId="{AA9122E8-116C-4789-9989-59704F98AC69}" destId="{9E63C445-C55B-4672-9665-7A8A2C10AA1D}" srcOrd="5" destOrd="0" presId="urn:microsoft.com/office/officeart/2018/2/layout/IconVerticalSolidList"/>
    <dgm:cxn modelId="{ED5113C3-79CA-4349-B744-698E421BA376}" type="presParOf" srcId="{AA9122E8-116C-4789-9989-59704F98AC69}" destId="{92300E3A-C133-40C3-A8E8-CF11828CDC10}" srcOrd="6" destOrd="0" presId="urn:microsoft.com/office/officeart/2018/2/layout/IconVerticalSolidList"/>
    <dgm:cxn modelId="{4C57DEF2-D75C-4880-84A6-06436D2E461D}" type="presParOf" srcId="{92300E3A-C133-40C3-A8E8-CF11828CDC10}" destId="{1B469FC4-A431-4D52-A412-4704A7AEDC06}" srcOrd="0" destOrd="0" presId="urn:microsoft.com/office/officeart/2018/2/layout/IconVerticalSolidList"/>
    <dgm:cxn modelId="{AC00A077-D80D-40E8-8495-53A1D60AA2DC}" type="presParOf" srcId="{92300E3A-C133-40C3-A8E8-CF11828CDC10}" destId="{8C3E53E2-D0F8-42C0-AD55-65F962B22759}" srcOrd="1" destOrd="0" presId="urn:microsoft.com/office/officeart/2018/2/layout/IconVerticalSolidList"/>
    <dgm:cxn modelId="{61E8C4C0-AE11-4108-A6E0-FB159C4AC510}" type="presParOf" srcId="{92300E3A-C133-40C3-A8E8-CF11828CDC10}" destId="{B4E8D14A-5919-4708-A22D-42021B9C81C9}" srcOrd="2" destOrd="0" presId="urn:microsoft.com/office/officeart/2018/2/layout/IconVerticalSolidList"/>
    <dgm:cxn modelId="{C0C92BDD-FFFA-48CC-A435-74BB3EE9F87B}" type="presParOf" srcId="{92300E3A-C133-40C3-A8E8-CF11828CDC10}" destId="{CDC830D3-AF1B-42DF-9127-C37BFDF01D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9F5B9C-E6D9-43FD-8C72-64C126689C0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22B9D87-AF28-4589-B3B1-C713A6E32E41}">
      <dgm:prSet/>
      <dgm:spPr/>
      <dgm:t>
        <a:bodyPr/>
        <a:lstStyle/>
        <a:p>
          <a:r>
            <a:rPr lang="en-US"/>
            <a:t>a → LED on time 25%.</a:t>
          </a:r>
        </a:p>
      </dgm:t>
    </dgm:pt>
    <dgm:pt modelId="{98FED946-C305-44C7-B2F9-3C5DCA78BBF9}" type="parTrans" cxnId="{0AAB4676-3EE8-48D7-9E55-12A001BDF1AC}">
      <dgm:prSet/>
      <dgm:spPr/>
      <dgm:t>
        <a:bodyPr/>
        <a:lstStyle/>
        <a:p>
          <a:endParaRPr lang="en-US"/>
        </a:p>
      </dgm:t>
    </dgm:pt>
    <dgm:pt modelId="{FE718BEC-A516-408D-9AF2-557A8C06B37F}" type="sibTrans" cxnId="{0AAB4676-3EE8-48D7-9E55-12A001BDF1AC}">
      <dgm:prSet/>
      <dgm:spPr/>
      <dgm:t>
        <a:bodyPr/>
        <a:lstStyle/>
        <a:p>
          <a:endParaRPr lang="en-US"/>
        </a:p>
      </dgm:t>
    </dgm:pt>
    <dgm:pt modelId="{03A27295-2C4F-4CD0-BEF6-A5A695FA89BE}">
      <dgm:prSet/>
      <dgm:spPr/>
      <dgm:t>
        <a:bodyPr/>
        <a:lstStyle/>
        <a:p>
          <a:r>
            <a:rPr lang="en-US"/>
            <a:t>s → LED on time 50%.</a:t>
          </a:r>
        </a:p>
      </dgm:t>
    </dgm:pt>
    <dgm:pt modelId="{4D3121A0-E673-4304-B290-760547908C13}" type="parTrans" cxnId="{4F0B81AC-4B80-4B0C-8D7A-B5FCE316A5AF}">
      <dgm:prSet/>
      <dgm:spPr/>
      <dgm:t>
        <a:bodyPr/>
        <a:lstStyle/>
        <a:p>
          <a:endParaRPr lang="en-US"/>
        </a:p>
      </dgm:t>
    </dgm:pt>
    <dgm:pt modelId="{063855CE-D1ED-4DDA-8443-9412CF44C706}" type="sibTrans" cxnId="{4F0B81AC-4B80-4B0C-8D7A-B5FCE316A5AF}">
      <dgm:prSet/>
      <dgm:spPr/>
      <dgm:t>
        <a:bodyPr/>
        <a:lstStyle/>
        <a:p>
          <a:endParaRPr lang="en-US"/>
        </a:p>
      </dgm:t>
    </dgm:pt>
    <dgm:pt modelId="{3EF03060-44E1-4CBA-BFDD-83AD3C916B31}">
      <dgm:prSet/>
      <dgm:spPr/>
      <dgm:t>
        <a:bodyPr/>
        <a:lstStyle/>
        <a:p>
          <a:r>
            <a:rPr lang="en-US"/>
            <a:t>d → LED on time 75%.</a:t>
          </a:r>
        </a:p>
      </dgm:t>
    </dgm:pt>
    <dgm:pt modelId="{06B9AE7A-00A1-4D2E-A38E-9EABEB8CEB9D}" type="parTrans" cxnId="{91FBFA97-F44C-4FDE-ABF3-A4BA6BB0C997}">
      <dgm:prSet/>
      <dgm:spPr/>
      <dgm:t>
        <a:bodyPr/>
        <a:lstStyle/>
        <a:p>
          <a:endParaRPr lang="en-US"/>
        </a:p>
      </dgm:t>
    </dgm:pt>
    <dgm:pt modelId="{B9A9FA53-85B4-401C-92F5-A6E6E19AB1F1}" type="sibTrans" cxnId="{91FBFA97-F44C-4FDE-ABF3-A4BA6BB0C997}">
      <dgm:prSet/>
      <dgm:spPr/>
      <dgm:t>
        <a:bodyPr/>
        <a:lstStyle/>
        <a:p>
          <a:endParaRPr lang="en-US"/>
        </a:p>
      </dgm:t>
    </dgm:pt>
    <dgm:pt modelId="{7C4A8EED-413C-4284-A14E-C5AA279D34C6}">
      <dgm:prSet/>
      <dgm:spPr/>
      <dgm:t>
        <a:bodyPr/>
        <a:lstStyle/>
        <a:p>
          <a:r>
            <a:rPr lang="en-US"/>
            <a:t>w → LED on time  90%.</a:t>
          </a:r>
        </a:p>
      </dgm:t>
    </dgm:pt>
    <dgm:pt modelId="{65D4AA8D-46A3-48EA-AC10-462DB7381874}" type="parTrans" cxnId="{0F34B28E-E96F-4588-94BC-EA3C7EB86446}">
      <dgm:prSet/>
      <dgm:spPr/>
      <dgm:t>
        <a:bodyPr/>
        <a:lstStyle/>
        <a:p>
          <a:endParaRPr lang="en-US"/>
        </a:p>
      </dgm:t>
    </dgm:pt>
    <dgm:pt modelId="{118B9E6E-5990-410F-BC72-E764F3C25A4E}" type="sibTrans" cxnId="{0F34B28E-E96F-4588-94BC-EA3C7EB86446}">
      <dgm:prSet/>
      <dgm:spPr/>
      <dgm:t>
        <a:bodyPr/>
        <a:lstStyle/>
        <a:p>
          <a:endParaRPr lang="en-US"/>
        </a:p>
      </dgm:t>
    </dgm:pt>
    <dgm:pt modelId="{E84BC01D-67F3-4B78-8E2A-6F6EAF91436A}" type="pres">
      <dgm:prSet presAssocID="{DF9F5B9C-E6D9-43FD-8C72-64C126689C08}" presName="linear" presStyleCnt="0">
        <dgm:presLayoutVars>
          <dgm:animLvl val="lvl"/>
          <dgm:resizeHandles val="exact"/>
        </dgm:presLayoutVars>
      </dgm:prSet>
      <dgm:spPr/>
    </dgm:pt>
    <dgm:pt modelId="{8DD563A3-9E1E-4B79-BDBF-AB4F3C949472}" type="pres">
      <dgm:prSet presAssocID="{622B9D87-AF28-4589-B3B1-C713A6E32E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B163119-16D9-4A6A-B905-C1BF1C7FEF30}" type="pres">
      <dgm:prSet presAssocID="{FE718BEC-A516-408D-9AF2-557A8C06B37F}" presName="spacer" presStyleCnt="0"/>
      <dgm:spPr/>
    </dgm:pt>
    <dgm:pt modelId="{904FCEBB-488D-4AFF-86AA-7B61B08133F1}" type="pres">
      <dgm:prSet presAssocID="{03A27295-2C4F-4CD0-BEF6-A5A695FA89B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C0EA9E0-571C-4EB6-BB7D-B1849E728664}" type="pres">
      <dgm:prSet presAssocID="{063855CE-D1ED-4DDA-8443-9412CF44C706}" presName="spacer" presStyleCnt="0"/>
      <dgm:spPr/>
    </dgm:pt>
    <dgm:pt modelId="{8305A78D-E01B-4914-8422-CEEFF63DE826}" type="pres">
      <dgm:prSet presAssocID="{3EF03060-44E1-4CBA-BFDD-83AD3C916B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9C04239-0062-4209-9AD5-2D3266742A58}" type="pres">
      <dgm:prSet presAssocID="{B9A9FA53-85B4-401C-92F5-A6E6E19AB1F1}" presName="spacer" presStyleCnt="0"/>
      <dgm:spPr/>
    </dgm:pt>
    <dgm:pt modelId="{BBD83CBC-DCB3-4C7D-9FAC-9FD35349833A}" type="pres">
      <dgm:prSet presAssocID="{7C4A8EED-413C-4284-A14E-C5AA279D34C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2806222-0AE2-4D04-9FE3-EDA50405DA9C}" type="presOf" srcId="{3EF03060-44E1-4CBA-BFDD-83AD3C916B31}" destId="{8305A78D-E01B-4914-8422-CEEFF63DE826}" srcOrd="0" destOrd="0" presId="urn:microsoft.com/office/officeart/2005/8/layout/vList2"/>
    <dgm:cxn modelId="{2447395D-9748-4D17-A0D2-DA8AE0879E83}" type="presOf" srcId="{622B9D87-AF28-4589-B3B1-C713A6E32E41}" destId="{8DD563A3-9E1E-4B79-BDBF-AB4F3C949472}" srcOrd="0" destOrd="0" presId="urn:microsoft.com/office/officeart/2005/8/layout/vList2"/>
    <dgm:cxn modelId="{0AAB4676-3EE8-48D7-9E55-12A001BDF1AC}" srcId="{DF9F5B9C-E6D9-43FD-8C72-64C126689C08}" destId="{622B9D87-AF28-4589-B3B1-C713A6E32E41}" srcOrd="0" destOrd="0" parTransId="{98FED946-C305-44C7-B2F9-3C5DCA78BBF9}" sibTransId="{FE718BEC-A516-408D-9AF2-557A8C06B37F}"/>
    <dgm:cxn modelId="{80797F82-F355-4572-8DFE-3B2C95CF03A1}" type="presOf" srcId="{7C4A8EED-413C-4284-A14E-C5AA279D34C6}" destId="{BBD83CBC-DCB3-4C7D-9FAC-9FD35349833A}" srcOrd="0" destOrd="0" presId="urn:microsoft.com/office/officeart/2005/8/layout/vList2"/>
    <dgm:cxn modelId="{0F34B28E-E96F-4588-94BC-EA3C7EB86446}" srcId="{DF9F5B9C-E6D9-43FD-8C72-64C126689C08}" destId="{7C4A8EED-413C-4284-A14E-C5AA279D34C6}" srcOrd="3" destOrd="0" parTransId="{65D4AA8D-46A3-48EA-AC10-462DB7381874}" sibTransId="{118B9E6E-5990-410F-BC72-E764F3C25A4E}"/>
    <dgm:cxn modelId="{1A65A491-BB17-42BC-A9C5-3FABB50594B0}" type="presOf" srcId="{03A27295-2C4F-4CD0-BEF6-A5A695FA89BE}" destId="{904FCEBB-488D-4AFF-86AA-7B61B08133F1}" srcOrd="0" destOrd="0" presId="urn:microsoft.com/office/officeart/2005/8/layout/vList2"/>
    <dgm:cxn modelId="{24083792-E753-4B92-8A99-7C99AEF93438}" type="presOf" srcId="{DF9F5B9C-E6D9-43FD-8C72-64C126689C08}" destId="{E84BC01D-67F3-4B78-8E2A-6F6EAF91436A}" srcOrd="0" destOrd="0" presId="urn:microsoft.com/office/officeart/2005/8/layout/vList2"/>
    <dgm:cxn modelId="{91FBFA97-F44C-4FDE-ABF3-A4BA6BB0C997}" srcId="{DF9F5B9C-E6D9-43FD-8C72-64C126689C08}" destId="{3EF03060-44E1-4CBA-BFDD-83AD3C916B31}" srcOrd="2" destOrd="0" parTransId="{06B9AE7A-00A1-4D2E-A38E-9EABEB8CEB9D}" sibTransId="{B9A9FA53-85B4-401C-92F5-A6E6E19AB1F1}"/>
    <dgm:cxn modelId="{4F0B81AC-4B80-4B0C-8D7A-B5FCE316A5AF}" srcId="{DF9F5B9C-E6D9-43FD-8C72-64C126689C08}" destId="{03A27295-2C4F-4CD0-BEF6-A5A695FA89BE}" srcOrd="1" destOrd="0" parTransId="{4D3121A0-E673-4304-B290-760547908C13}" sibTransId="{063855CE-D1ED-4DDA-8443-9412CF44C706}"/>
    <dgm:cxn modelId="{61B8D0D7-91EE-4DB3-B2A1-A53156B07C16}" type="presParOf" srcId="{E84BC01D-67F3-4B78-8E2A-6F6EAF91436A}" destId="{8DD563A3-9E1E-4B79-BDBF-AB4F3C949472}" srcOrd="0" destOrd="0" presId="urn:microsoft.com/office/officeart/2005/8/layout/vList2"/>
    <dgm:cxn modelId="{454E9FBF-5A8F-419C-8A28-D996D8F96CE6}" type="presParOf" srcId="{E84BC01D-67F3-4B78-8E2A-6F6EAF91436A}" destId="{7B163119-16D9-4A6A-B905-C1BF1C7FEF30}" srcOrd="1" destOrd="0" presId="urn:microsoft.com/office/officeart/2005/8/layout/vList2"/>
    <dgm:cxn modelId="{8D221240-80E9-4DB8-87D0-FA3EE6F2CFB3}" type="presParOf" srcId="{E84BC01D-67F3-4B78-8E2A-6F6EAF91436A}" destId="{904FCEBB-488D-4AFF-86AA-7B61B08133F1}" srcOrd="2" destOrd="0" presId="urn:microsoft.com/office/officeart/2005/8/layout/vList2"/>
    <dgm:cxn modelId="{957F28B1-3BC3-44AA-82DD-23D38975CF73}" type="presParOf" srcId="{E84BC01D-67F3-4B78-8E2A-6F6EAF91436A}" destId="{DC0EA9E0-571C-4EB6-BB7D-B1849E728664}" srcOrd="3" destOrd="0" presId="urn:microsoft.com/office/officeart/2005/8/layout/vList2"/>
    <dgm:cxn modelId="{F252E52E-58B7-41B8-853B-723B9028F07F}" type="presParOf" srcId="{E84BC01D-67F3-4B78-8E2A-6F6EAF91436A}" destId="{8305A78D-E01B-4914-8422-CEEFF63DE826}" srcOrd="4" destOrd="0" presId="urn:microsoft.com/office/officeart/2005/8/layout/vList2"/>
    <dgm:cxn modelId="{FB864D55-0982-47D6-BDF7-1043666FA7E8}" type="presParOf" srcId="{E84BC01D-67F3-4B78-8E2A-6F6EAF91436A}" destId="{19C04239-0062-4209-9AD5-2D3266742A58}" srcOrd="5" destOrd="0" presId="urn:microsoft.com/office/officeart/2005/8/layout/vList2"/>
    <dgm:cxn modelId="{428752BB-F740-4C16-92EE-3FB5F6E9176E}" type="presParOf" srcId="{E84BC01D-67F3-4B78-8E2A-6F6EAF91436A}" destId="{BBD83CBC-DCB3-4C7D-9FAC-9FD35349833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37A5B5-0F99-438B-A215-A3FA2BF333EC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523FD2-C33A-4507-AD52-35100DEAD6CD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7FA98C-B475-496C-A198-F16E38687A26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main purpose of this assignment is to test the PWM functionality on the RPi in the lab with the oscilloscope.</a:t>
          </a:r>
        </a:p>
      </dsp:txBody>
      <dsp:txXfrm>
        <a:off x="2037007" y="955306"/>
        <a:ext cx="2689193" cy="1763642"/>
      </dsp:txXfrm>
    </dsp:sp>
    <dsp:sp modelId="{BD9AF743-82EF-4AA5-8FDE-50B619E32B7D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5E2397-EE78-4F82-9BD2-8E0203EC3C73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AA876-8EF4-43C4-AEF5-6FCC65594134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Testing the duty cycle at 75% and 90%.</a:t>
          </a:r>
        </a:p>
      </dsp:txBody>
      <dsp:txXfrm>
        <a:off x="2037007" y="3159859"/>
        <a:ext cx="2689193" cy="17636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7AADDA-2CC4-4291-A65A-D793737E3AFA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58E446-D836-46CA-AE00-1399932CD2B7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BFE411-7DA1-4AC2-885C-D5F1DC84EBA1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Used GPIO18 (Pin 12) for PWM output</a:t>
          </a:r>
        </a:p>
      </dsp:txBody>
      <dsp:txXfrm>
        <a:off x="1428292" y="2439"/>
        <a:ext cx="3297908" cy="1236616"/>
      </dsp:txXfrm>
    </dsp:sp>
    <dsp:sp modelId="{1DE03F76-B5E8-46F0-A325-D4E026B2DB5F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B7640A-2DD0-4060-A850-376FB22436FB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14080-4C88-4001-8725-497FB51CD17B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Tested duty cycle at 75% and 90%</a:t>
          </a:r>
        </a:p>
      </dsp:txBody>
      <dsp:txXfrm>
        <a:off x="1428292" y="1548210"/>
        <a:ext cx="3297908" cy="1236616"/>
      </dsp:txXfrm>
    </dsp:sp>
    <dsp:sp modelId="{4B6BB9C3-63A8-4109-BB3A-206D418CE14A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A0D73B-D3A3-4E28-823D-B5463B4C1942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4BCEC1-FF51-4C60-BCB8-A53D94BFAD03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Verified waveforms on oscilloscope</a:t>
          </a:r>
        </a:p>
      </dsp:txBody>
      <dsp:txXfrm>
        <a:off x="1428292" y="3093981"/>
        <a:ext cx="3297908" cy="1236616"/>
      </dsp:txXfrm>
    </dsp:sp>
    <dsp:sp modelId="{1B469FC4-A431-4D52-A412-4704A7AEDC06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3E53E2-D0F8-42C0-AD55-65F962B22759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C830D3-AF1B-42DF-9127-C37BFDF01DB8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LED provided visual confirmation of brightness change</a:t>
          </a:r>
        </a:p>
      </dsp:txBody>
      <dsp:txXfrm>
        <a:off x="1428292" y="4639752"/>
        <a:ext cx="3297908" cy="12366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D563A3-9E1E-4B79-BDBF-AB4F3C949472}">
      <dsp:nvSpPr>
        <dsp:cNvPr id="0" name=""/>
        <dsp:cNvSpPr/>
      </dsp:nvSpPr>
      <dsp:spPr>
        <a:xfrm>
          <a:off x="0" y="1056964"/>
          <a:ext cx="4726201" cy="8634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 → LED on time 25%.</a:t>
          </a:r>
        </a:p>
      </dsp:txBody>
      <dsp:txXfrm>
        <a:off x="42151" y="1099115"/>
        <a:ext cx="4641899" cy="779158"/>
      </dsp:txXfrm>
    </dsp:sp>
    <dsp:sp modelId="{904FCEBB-488D-4AFF-86AA-7B61B08133F1}">
      <dsp:nvSpPr>
        <dsp:cNvPr id="0" name=""/>
        <dsp:cNvSpPr/>
      </dsp:nvSpPr>
      <dsp:spPr>
        <a:xfrm>
          <a:off x="0" y="2024104"/>
          <a:ext cx="4726201" cy="86346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 → LED on time 50%.</a:t>
          </a:r>
        </a:p>
      </dsp:txBody>
      <dsp:txXfrm>
        <a:off x="42151" y="2066255"/>
        <a:ext cx="4641899" cy="779158"/>
      </dsp:txXfrm>
    </dsp:sp>
    <dsp:sp modelId="{8305A78D-E01B-4914-8422-CEEFF63DE826}">
      <dsp:nvSpPr>
        <dsp:cNvPr id="0" name=""/>
        <dsp:cNvSpPr/>
      </dsp:nvSpPr>
      <dsp:spPr>
        <a:xfrm>
          <a:off x="0" y="2991244"/>
          <a:ext cx="4726201" cy="86346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 → LED on time 75%.</a:t>
          </a:r>
        </a:p>
      </dsp:txBody>
      <dsp:txXfrm>
        <a:off x="42151" y="3033395"/>
        <a:ext cx="4641899" cy="779158"/>
      </dsp:txXfrm>
    </dsp:sp>
    <dsp:sp modelId="{BBD83CBC-DCB3-4C7D-9FAC-9FD35349833A}">
      <dsp:nvSpPr>
        <dsp:cNvPr id="0" name=""/>
        <dsp:cNvSpPr/>
      </dsp:nvSpPr>
      <dsp:spPr>
        <a:xfrm>
          <a:off x="0" y="3958384"/>
          <a:ext cx="4726201" cy="86346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w → LED on time  90%.</a:t>
          </a:r>
        </a:p>
      </dsp:txBody>
      <dsp:txXfrm>
        <a:off x="42151" y="4000535"/>
        <a:ext cx="4641899" cy="779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A30045-9D4A-5B45-3DCC-F38E4301AA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5408" r="7615" b="1"/>
          <a:stretch>
            <a:fillRect/>
          </a:stretch>
        </p:blipFill>
        <p:spPr>
          <a:xfrm>
            <a:off x="20" y="10"/>
            <a:ext cx="9141692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3063240"/>
          </a:xfrm>
        </p:spPr>
        <p:txBody>
          <a:bodyPr>
            <a:normAutofit/>
          </a:bodyPr>
          <a:lstStyle/>
          <a:p>
            <a:r>
              <a:rPr lang="en-US" sz="5700">
                <a:solidFill>
                  <a:schemeClr val="bg1"/>
                </a:solidFill>
              </a:rPr>
              <a:t>Oscilloscope Verification of PWM on Raspberry 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5286" y="4599432"/>
            <a:ext cx="6858000" cy="1536192"/>
          </a:xfrm>
        </p:spPr>
        <p:txBody>
          <a:bodyPr>
            <a:normAutofit/>
          </a:bodyPr>
          <a:lstStyle/>
          <a:p>
            <a:r>
              <a:rPr lang="pl-PL">
                <a:solidFill>
                  <a:schemeClr val="bg1"/>
                </a:solidFill>
              </a:rPr>
              <a:t>By :- Bilal Hussain &amp; Nikunj Patel</a:t>
            </a:r>
          </a:p>
          <a:p>
            <a:endParaRPr lang="pl-PL">
              <a:solidFill>
                <a:schemeClr val="bg1"/>
              </a:solidFill>
            </a:endParaRPr>
          </a:p>
          <a:p>
            <a:endParaRPr lang="pl-PL">
              <a:solidFill>
                <a:schemeClr val="bg1"/>
              </a:solidFill>
            </a:endParaRPr>
          </a:p>
        </p:txBody>
      </p:sp>
      <p:sp>
        <p:nvSpPr>
          <p:cNvPr id="46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368623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Objective</a:t>
            </a:r>
          </a:p>
        </p:txBody>
      </p:sp>
      <p:grpSp>
        <p:nvGrpSpPr>
          <p:cNvPr id="48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2" name="Oval 51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6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15B68088-EB51-0A16-45F7-905D2A17CA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171166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 PWM Testing</a:t>
            </a:r>
          </a:p>
        </p:txBody>
      </p:sp>
      <p:grpSp>
        <p:nvGrpSpPr>
          <p:cNvPr id="20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002E98-AC75-73E4-7DDF-3802D5D4FB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554914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Keyboard Inputs</a:t>
            </a:r>
          </a:p>
        </p:txBody>
      </p:sp>
      <p:grpSp>
        <p:nvGrpSpPr>
          <p:cNvPr id="2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E4EC7AE-73C6-4499-AD41-0FBF927205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487670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4CD159-4747-01B4-8953-BB83225F3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Code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1F5586-AA72-55C9-556E-CBB3CDADD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058" y="643466"/>
            <a:ext cx="4385382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975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2BF3-4B20-7C95-EBF1-1C21BF73B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9144001" cy="1588886"/>
          </a:xfrm>
          <a:solidFill>
            <a:srgbClr val="FFFF00"/>
          </a:solidFill>
        </p:spPr>
        <p:txBody>
          <a:bodyPr/>
          <a:lstStyle/>
          <a:p>
            <a:r>
              <a:rPr lang="en-US" dirty="0"/>
              <a:t>Oscilloscope readings at 90%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2032CD-701B-A581-2640-3E20DBC23D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569" y="1899720"/>
            <a:ext cx="7792861" cy="481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434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BF8B-A90E-6361-2E5C-ECEFC8760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3E7EC-3538-A145-0F50-FE9A294B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9144001" cy="1588886"/>
          </a:xfrm>
          <a:solidFill>
            <a:srgbClr val="FFFF00"/>
          </a:solidFill>
        </p:spPr>
        <p:txBody>
          <a:bodyPr/>
          <a:lstStyle/>
          <a:p>
            <a:r>
              <a:rPr lang="en-US" dirty="0"/>
              <a:t>Oscilloscope readings at 75%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250268-2F0B-2D1E-AE1B-B759773B0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31" y="1803893"/>
            <a:ext cx="7954537" cy="505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01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of an electromagnetic radiation">
            <a:extLst>
              <a:ext uri="{FF2B5EF4-FFF2-40B4-BE49-F238E27FC236}">
                <a16:creationId xmlns:a16="http://schemas.microsoft.com/office/drawing/2014/main" id="{4B883806-790B-52FE-0786-47166A7B71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48" r="27138" b="2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en-US" sz="350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4929"/>
            <a:ext cx="3494817" cy="337413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PWM signals observed at 75% and 90% duty cycles</a:t>
            </a:r>
          </a:p>
          <a:p>
            <a:r>
              <a:rPr lang="en-US" sz="2000" dirty="0"/>
              <a:t>Oscilloscope confirmed correct waveforms</a:t>
            </a:r>
          </a:p>
          <a:p>
            <a:r>
              <a:rPr lang="en-US" sz="2000" dirty="0"/>
              <a:t>LED brightness matched duty cycle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100"/>
              <a:t>Demonstrated PWM generation on Raspberry Pi</a:t>
            </a:r>
          </a:p>
          <a:p>
            <a:r>
              <a:rPr lang="en-US" sz="2100"/>
              <a:t>Verified with oscilloscope</a:t>
            </a:r>
          </a:p>
          <a:p>
            <a:r>
              <a:rPr lang="en-US" sz="2100"/>
              <a:t>Controlled motor using L293D with PWM speed and GPIO direction</a:t>
            </a:r>
          </a:p>
          <a:p>
            <a:r>
              <a:rPr lang="en-US" sz="2100"/>
              <a:t>Learned about PWM duty cycle, frequency, and safe GPIO usage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B70ED-603A-3600-E7A0-C29F83F1D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7314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en-US" dirty="0"/>
              <a:t>Testing Video</a:t>
            </a:r>
          </a:p>
        </p:txBody>
      </p:sp>
      <p:pic>
        <p:nvPicPr>
          <p:cNvPr id="4" name="WhatsApp Video 2025-09-23 at 14.23.08_59633d1e">
            <a:hlinkClick r:id="" action="ppaction://media"/>
            <a:extLst>
              <a:ext uri="{FF2B5EF4-FFF2-40B4-BE49-F238E27FC236}">
                <a16:creationId xmlns:a16="http://schemas.microsoft.com/office/drawing/2014/main" id="{704651BE-EECB-7D5B-8899-031952D076B9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8804" y="1829061"/>
            <a:ext cx="8526391" cy="4754301"/>
          </a:xfrm>
        </p:spPr>
      </p:pic>
    </p:spTree>
    <p:extLst>
      <p:ext uri="{BB962C8B-B14F-4D97-AF65-F5344CB8AC3E}">
        <p14:creationId xmlns:p14="http://schemas.microsoft.com/office/powerpoint/2010/main" val="160749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5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10696DF1BC1048AB3A7D81E6F5950F" ma:contentTypeVersion="12" ma:contentTypeDescription="Create a new document." ma:contentTypeScope="" ma:versionID="0830a18d6e055c6293f63861f4a1aff6">
  <xsd:schema xmlns:xsd="http://www.w3.org/2001/XMLSchema" xmlns:xs="http://www.w3.org/2001/XMLSchema" xmlns:p="http://schemas.microsoft.com/office/2006/metadata/properties" xmlns:ns3="6e3bc8da-9f96-4225-9ac5-8702f80128d2" targetNamespace="http://schemas.microsoft.com/office/2006/metadata/properties" ma:root="true" ma:fieldsID="9084f35323d5c33d9b0fc14092ff05ee" ns3:_="">
    <xsd:import namespace="6e3bc8da-9f96-4225-9ac5-8702f80128d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3bc8da-9f96-4225-9ac5-8702f80128d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e3bc8da-9f96-4225-9ac5-8702f80128d2" xsi:nil="true"/>
  </documentManagement>
</p:properties>
</file>

<file path=customXml/itemProps1.xml><?xml version="1.0" encoding="utf-8"?>
<ds:datastoreItem xmlns:ds="http://schemas.openxmlformats.org/officeDocument/2006/customXml" ds:itemID="{E8BE3027-6357-4725-95BA-E5E97D6F9B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3bc8da-9f96-4225-9ac5-8702f80128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6762F9-AD9B-4211-82F3-E8CA68A324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2DCD8F-7590-4D94-A757-D8D469D4B4D3}">
  <ds:schemaRefs>
    <ds:schemaRef ds:uri="http://purl.org/dc/elements/1.1/"/>
    <ds:schemaRef ds:uri="http://purl.org/dc/dcmitype/"/>
    <ds:schemaRef ds:uri="http://schemas.microsoft.com/office/2006/documentManagement/types"/>
    <ds:schemaRef ds:uri="6e3bc8da-9f96-4225-9ac5-8702f80128d2"/>
    <ds:schemaRef ds:uri="http://schemas.microsoft.com/office/infopath/2007/PartnerControls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>
  <clbl:label id="{4ddd393a-e98a-4404-841f-c4becdd925a5}" enabled="0" method="" siteId="{4ddd393a-e98a-4404-841f-c4becdd925a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175</Words>
  <Application>Microsoft Office PowerPoint</Application>
  <PresentationFormat>On-screen Show (4:3)</PresentationFormat>
  <Paragraphs>28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Oscilloscope Verification of PWM on Raspberry Pi</vt:lpstr>
      <vt:lpstr>Objective</vt:lpstr>
      <vt:lpstr> PWM Testing</vt:lpstr>
      <vt:lpstr>Keyboard Inputs</vt:lpstr>
      <vt:lpstr>Code </vt:lpstr>
      <vt:lpstr>Oscilloscope readings at 90% </vt:lpstr>
      <vt:lpstr>Oscilloscope readings at 75% </vt:lpstr>
      <vt:lpstr>Results</vt:lpstr>
      <vt:lpstr>Conclusion</vt:lpstr>
      <vt:lpstr>Testing Video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Bilal Hussain Mohammed</cp:lastModifiedBy>
  <cp:revision>2</cp:revision>
  <dcterms:created xsi:type="dcterms:W3CDTF">2013-01-27T09:14:16Z</dcterms:created>
  <dcterms:modified xsi:type="dcterms:W3CDTF">2025-09-23T19:03:02Z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0x010100F410696DF1BC1048AB3A7D81E6F5950F</vt:lpwstr>
  </property>
</Properties>
</file>