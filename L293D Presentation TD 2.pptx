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37344A-FDA1-4D6A-B7D3-1751AA95A3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AB765A-07F3-4182-AE94-C5CB3FD5B5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L293D is a dual H-bridge IC that acts like a “bridge” between your low-power control signals (raspberry pi, Arduino and the high-power needs of motors (higher voltage, higher current). It ensures you can run motors safely without burning out your microcontroller.</a:t>
          </a:r>
        </a:p>
      </dgm:t>
    </dgm:pt>
    <dgm:pt modelId="{4CB7B74F-1D46-438C-AA3D-EA09ED843334}" type="parTrans" cxnId="{FF6BBD72-9E88-45FA-8039-E468145A99BC}">
      <dgm:prSet/>
      <dgm:spPr/>
      <dgm:t>
        <a:bodyPr/>
        <a:lstStyle/>
        <a:p>
          <a:endParaRPr lang="en-US"/>
        </a:p>
      </dgm:t>
    </dgm:pt>
    <dgm:pt modelId="{05438694-B6E3-426C-9097-1F4F63960F90}" type="sibTrans" cxnId="{FF6BBD72-9E88-45FA-8039-E468145A99BC}">
      <dgm:prSet/>
      <dgm:spPr/>
      <dgm:t>
        <a:bodyPr/>
        <a:lstStyle/>
        <a:p>
          <a:endParaRPr lang="en-US"/>
        </a:p>
      </dgm:t>
    </dgm:pt>
    <dgm:pt modelId="{9FFB8CFC-5A5F-422F-A42C-6C701B5293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has separate logic and motor supplies which helps to transform the energy from low-voltage control signals into higher-voltage motor power, allowing small microcontrollers to safely drive larger motors.</a:t>
          </a:r>
        </a:p>
      </dgm:t>
    </dgm:pt>
    <dgm:pt modelId="{85D9100A-5022-48D7-BE12-8660AFF736F4}" type="parTrans" cxnId="{B1ABC9AD-23DB-4CD5-AE59-32F5C1FF7EF7}">
      <dgm:prSet/>
      <dgm:spPr/>
      <dgm:t>
        <a:bodyPr/>
        <a:lstStyle/>
        <a:p>
          <a:endParaRPr lang="en-US"/>
        </a:p>
      </dgm:t>
    </dgm:pt>
    <dgm:pt modelId="{3819CCE1-A6A6-489A-B533-0E88F4A2E957}" type="sibTrans" cxnId="{B1ABC9AD-23DB-4CD5-AE59-32F5C1FF7EF7}">
      <dgm:prSet/>
      <dgm:spPr/>
      <dgm:t>
        <a:bodyPr/>
        <a:lstStyle/>
        <a:p>
          <a:endParaRPr lang="en-US"/>
        </a:p>
      </dgm:t>
    </dgm:pt>
    <dgm:pt modelId="{98D3F863-DA2F-48A9-9B86-EA00BBB52CC0}" type="pres">
      <dgm:prSet presAssocID="{7D37344A-FDA1-4D6A-B7D3-1751AA95A3CF}" presName="root" presStyleCnt="0">
        <dgm:presLayoutVars>
          <dgm:dir/>
          <dgm:resizeHandles val="exact"/>
        </dgm:presLayoutVars>
      </dgm:prSet>
      <dgm:spPr/>
    </dgm:pt>
    <dgm:pt modelId="{EDFE475C-6965-4929-9A57-4147ADF0AF25}" type="pres">
      <dgm:prSet presAssocID="{48AB765A-07F3-4182-AE94-C5CB3FD5B5E6}" presName="compNode" presStyleCnt="0"/>
      <dgm:spPr/>
    </dgm:pt>
    <dgm:pt modelId="{AF9ECFAB-535A-4589-A389-30A8CF4D507F}" type="pres">
      <dgm:prSet presAssocID="{48AB765A-07F3-4182-AE94-C5CB3FD5B5E6}" presName="bgRect" presStyleLbl="bgShp" presStyleIdx="0" presStyleCnt="2"/>
      <dgm:spPr/>
    </dgm:pt>
    <dgm:pt modelId="{19CD0A4D-E0E4-4B84-9D20-F1CD4DF4417B}" type="pres">
      <dgm:prSet presAssocID="{48AB765A-07F3-4182-AE94-C5CB3FD5B5E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FA034176-9D13-48BE-8A03-7CD50AEABD1C}" type="pres">
      <dgm:prSet presAssocID="{48AB765A-07F3-4182-AE94-C5CB3FD5B5E6}" presName="spaceRect" presStyleCnt="0"/>
      <dgm:spPr/>
    </dgm:pt>
    <dgm:pt modelId="{32743AFB-4715-4961-BBA1-49017DF2983B}" type="pres">
      <dgm:prSet presAssocID="{48AB765A-07F3-4182-AE94-C5CB3FD5B5E6}" presName="parTx" presStyleLbl="revTx" presStyleIdx="0" presStyleCnt="2">
        <dgm:presLayoutVars>
          <dgm:chMax val="0"/>
          <dgm:chPref val="0"/>
        </dgm:presLayoutVars>
      </dgm:prSet>
      <dgm:spPr/>
    </dgm:pt>
    <dgm:pt modelId="{E9DC42A1-5F98-4FE3-BEF6-2209EC99B436}" type="pres">
      <dgm:prSet presAssocID="{05438694-B6E3-426C-9097-1F4F63960F90}" presName="sibTrans" presStyleCnt="0"/>
      <dgm:spPr/>
    </dgm:pt>
    <dgm:pt modelId="{D7C9E80A-FCB4-4F85-8C15-E72C2CFC9C00}" type="pres">
      <dgm:prSet presAssocID="{9FFB8CFC-5A5F-422F-A42C-6C701B529340}" presName="compNode" presStyleCnt="0"/>
      <dgm:spPr/>
    </dgm:pt>
    <dgm:pt modelId="{FD0F841E-3636-43E7-8C51-242F6FF535C8}" type="pres">
      <dgm:prSet presAssocID="{9FFB8CFC-5A5F-422F-A42C-6C701B529340}" presName="bgRect" presStyleLbl="bgShp" presStyleIdx="1" presStyleCnt="2"/>
      <dgm:spPr/>
    </dgm:pt>
    <dgm:pt modelId="{6ACAE3E7-28B1-4FE7-AC9A-D050078C5019}" type="pres">
      <dgm:prSet presAssocID="{9FFB8CFC-5A5F-422F-A42C-6C701B5293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7B780C43-922F-4A5A-A066-EB9EF11E20FC}" type="pres">
      <dgm:prSet presAssocID="{9FFB8CFC-5A5F-422F-A42C-6C701B529340}" presName="spaceRect" presStyleCnt="0"/>
      <dgm:spPr/>
    </dgm:pt>
    <dgm:pt modelId="{DF45EB01-AF5A-4D30-8EC5-203DAA4AFDF0}" type="pres">
      <dgm:prSet presAssocID="{9FFB8CFC-5A5F-422F-A42C-6C701B52934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F6BBD72-9E88-45FA-8039-E468145A99BC}" srcId="{7D37344A-FDA1-4D6A-B7D3-1751AA95A3CF}" destId="{48AB765A-07F3-4182-AE94-C5CB3FD5B5E6}" srcOrd="0" destOrd="0" parTransId="{4CB7B74F-1D46-438C-AA3D-EA09ED843334}" sibTransId="{05438694-B6E3-426C-9097-1F4F63960F90}"/>
    <dgm:cxn modelId="{7C12507C-1BF5-4564-B2B2-924C0F32100D}" type="presOf" srcId="{9FFB8CFC-5A5F-422F-A42C-6C701B529340}" destId="{DF45EB01-AF5A-4D30-8EC5-203DAA4AFDF0}" srcOrd="0" destOrd="0" presId="urn:microsoft.com/office/officeart/2018/2/layout/IconVerticalSolidList"/>
    <dgm:cxn modelId="{7E179BA7-97BC-48C7-866D-54C26EB11200}" type="presOf" srcId="{7D37344A-FDA1-4D6A-B7D3-1751AA95A3CF}" destId="{98D3F863-DA2F-48A9-9B86-EA00BBB52CC0}" srcOrd="0" destOrd="0" presId="urn:microsoft.com/office/officeart/2018/2/layout/IconVerticalSolidList"/>
    <dgm:cxn modelId="{B1ABC9AD-23DB-4CD5-AE59-32F5C1FF7EF7}" srcId="{7D37344A-FDA1-4D6A-B7D3-1751AA95A3CF}" destId="{9FFB8CFC-5A5F-422F-A42C-6C701B529340}" srcOrd="1" destOrd="0" parTransId="{85D9100A-5022-48D7-BE12-8660AFF736F4}" sibTransId="{3819CCE1-A6A6-489A-B533-0E88F4A2E957}"/>
    <dgm:cxn modelId="{A5A9BDB5-9D30-49A4-B4E7-01C5720D8503}" type="presOf" srcId="{48AB765A-07F3-4182-AE94-C5CB3FD5B5E6}" destId="{32743AFB-4715-4961-BBA1-49017DF2983B}" srcOrd="0" destOrd="0" presId="urn:microsoft.com/office/officeart/2018/2/layout/IconVerticalSolidList"/>
    <dgm:cxn modelId="{8AAD3682-D5A7-4302-A83E-D66F1C2B08C8}" type="presParOf" srcId="{98D3F863-DA2F-48A9-9B86-EA00BBB52CC0}" destId="{EDFE475C-6965-4929-9A57-4147ADF0AF25}" srcOrd="0" destOrd="0" presId="urn:microsoft.com/office/officeart/2018/2/layout/IconVerticalSolidList"/>
    <dgm:cxn modelId="{208BEA33-B48B-48A5-80D5-AA71CB22DFF5}" type="presParOf" srcId="{EDFE475C-6965-4929-9A57-4147ADF0AF25}" destId="{AF9ECFAB-535A-4589-A389-30A8CF4D507F}" srcOrd="0" destOrd="0" presId="urn:microsoft.com/office/officeart/2018/2/layout/IconVerticalSolidList"/>
    <dgm:cxn modelId="{8521A46A-F4A2-4D25-B853-C7E89A3235DF}" type="presParOf" srcId="{EDFE475C-6965-4929-9A57-4147ADF0AF25}" destId="{19CD0A4D-E0E4-4B84-9D20-F1CD4DF4417B}" srcOrd="1" destOrd="0" presId="urn:microsoft.com/office/officeart/2018/2/layout/IconVerticalSolidList"/>
    <dgm:cxn modelId="{086D00F7-FEB7-4020-916D-63159076F5E8}" type="presParOf" srcId="{EDFE475C-6965-4929-9A57-4147ADF0AF25}" destId="{FA034176-9D13-48BE-8A03-7CD50AEABD1C}" srcOrd="2" destOrd="0" presId="urn:microsoft.com/office/officeart/2018/2/layout/IconVerticalSolidList"/>
    <dgm:cxn modelId="{CDB9C8F1-88C3-4E1E-B751-9D8DE7360E31}" type="presParOf" srcId="{EDFE475C-6965-4929-9A57-4147ADF0AF25}" destId="{32743AFB-4715-4961-BBA1-49017DF2983B}" srcOrd="3" destOrd="0" presId="urn:microsoft.com/office/officeart/2018/2/layout/IconVerticalSolidList"/>
    <dgm:cxn modelId="{7EBD2E8C-E201-4F6B-BB13-A7874771DF21}" type="presParOf" srcId="{98D3F863-DA2F-48A9-9B86-EA00BBB52CC0}" destId="{E9DC42A1-5F98-4FE3-BEF6-2209EC99B436}" srcOrd="1" destOrd="0" presId="urn:microsoft.com/office/officeart/2018/2/layout/IconVerticalSolidList"/>
    <dgm:cxn modelId="{AF6CDA0B-AFA7-41A3-8421-35D7966B600A}" type="presParOf" srcId="{98D3F863-DA2F-48A9-9B86-EA00BBB52CC0}" destId="{D7C9E80A-FCB4-4F85-8C15-E72C2CFC9C00}" srcOrd="2" destOrd="0" presId="urn:microsoft.com/office/officeart/2018/2/layout/IconVerticalSolidList"/>
    <dgm:cxn modelId="{B562B669-A129-4687-95B1-F208885F500E}" type="presParOf" srcId="{D7C9E80A-FCB4-4F85-8C15-E72C2CFC9C00}" destId="{FD0F841E-3636-43E7-8C51-242F6FF535C8}" srcOrd="0" destOrd="0" presId="urn:microsoft.com/office/officeart/2018/2/layout/IconVerticalSolidList"/>
    <dgm:cxn modelId="{72F7DD0B-2795-410B-83DE-2987BE118B62}" type="presParOf" srcId="{D7C9E80A-FCB4-4F85-8C15-E72C2CFC9C00}" destId="{6ACAE3E7-28B1-4FE7-AC9A-D050078C5019}" srcOrd="1" destOrd="0" presId="urn:microsoft.com/office/officeart/2018/2/layout/IconVerticalSolidList"/>
    <dgm:cxn modelId="{B03871E7-96D0-4F5C-AFA9-EB1BBFDA84B1}" type="presParOf" srcId="{D7C9E80A-FCB4-4F85-8C15-E72C2CFC9C00}" destId="{7B780C43-922F-4A5A-A066-EB9EF11E20FC}" srcOrd="2" destOrd="0" presId="urn:microsoft.com/office/officeart/2018/2/layout/IconVerticalSolidList"/>
    <dgm:cxn modelId="{B11F350B-BF16-4CBA-92DE-2C94608CA123}" type="presParOf" srcId="{D7C9E80A-FCB4-4F85-8C15-E72C2CFC9C00}" destId="{DF45EB01-AF5A-4D30-8EC5-203DAA4AFD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EA0481-54C1-41BC-8A26-C919DD56042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52FAF01-395F-4577-91EB-CEB73CA3E6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Microcontroller controls IN1–IN4</a:t>
          </a:r>
        </a:p>
      </dgm:t>
    </dgm:pt>
    <dgm:pt modelId="{4B947DD5-2990-4797-AC4A-F31823C435BA}" type="parTrans" cxnId="{3D08E6D2-9102-42E5-93AA-96CF839F47CD}">
      <dgm:prSet/>
      <dgm:spPr/>
      <dgm:t>
        <a:bodyPr/>
        <a:lstStyle/>
        <a:p>
          <a:endParaRPr lang="en-US"/>
        </a:p>
      </dgm:t>
    </dgm:pt>
    <dgm:pt modelId="{CCA9E70D-4369-4E5E-BA07-BD2D3425DD22}" type="sibTrans" cxnId="{3D08E6D2-9102-42E5-93AA-96CF839F47CD}">
      <dgm:prSet/>
      <dgm:spPr/>
      <dgm:t>
        <a:bodyPr/>
        <a:lstStyle/>
        <a:p>
          <a:endParaRPr lang="en-US"/>
        </a:p>
      </dgm:t>
    </dgm:pt>
    <dgm:pt modelId="{4E35D2FB-6C63-4BD8-BB90-D3AE692811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PWM → EN pins for speed control</a:t>
          </a:r>
        </a:p>
      </dgm:t>
    </dgm:pt>
    <dgm:pt modelId="{1115AEEA-5833-4BB0-80D4-D8EC6308C0E4}" type="parTrans" cxnId="{191DC3B1-7C39-4083-B6C3-E2D43DEDEAA3}">
      <dgm:prSet/>
      <dgm:spPr/>
      <dgm:t>
        <a:bodyPr/>
        <a:lstStyle/>
        <a:p>
          <a:endParaRPr lang="en-US"/>
        </a:p>
      </dgm:t>
    </dgm:pt>
    <dgm:pt modelId="{D380EE20-6564-492E-9867-D689B8DB1F66}" type="sibTrans" cxnId="{191DC3B1-7C39-4083-B6C3-E2D43DEDEAA3}">
      <dgm:prSet/>
      <dgm:spPr/>
      <dgm:t>
        <a:bodyPr/>
        <a:lstStyle/>
        <a:p>
          <a:endParaRPr lang="en-US"/>
        </a:p>
      </dgm:t>
    </dgm:pt>
    <dgm:pt modelId="{E5ECDED8-C99A-4DE5-A9DB-678AB9C500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Motor supply → VS, decoupling caps required</a:t>
          </a:r>
        </a:p>
      </dgm:t>
    </dgm:pt>
    <dgm:pt modelId="{50722D53-0F0D-4719-8F7A-46E3CB79A545}" type="parTrans" cxnId="{B89168E1-3D94-4443-B4F3-46EBA4258676}">
      <dgm:prSet/>
      <dgm:spPr/>
      <dgm:t>
        <a:bodyPr/>
        <a:lstStyle/>
        <a:p>
          <a:endParaRPr lang="en-US"/>
        </a:p>
      </dgm:t>
    </dgm:pt>
    <dgm:pt modelId="{7542DB6B-7DAB-4685-80F0-82081427B120}" type="sibTrans" cxnId="{B89168E1-3D94-4443-B4F3-46EBA4258676}">
      <dgm:prSet/>
      <dgm:spPr/>
      <dgm:t>
        <a:bodyPr/>
        <a:lstStyle/>
        <a:p>
          <a:endParaRPr lang="en-US"/>
        </a:p>
      </dgm:t>
    </dgm:pt>
    <dgm:pt modelId="{98716076-75FA-4726-B57F-A7BCFD988F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Common ground for logic and motor</a:t>
          </a:r>
        </a:p>
      </dgm:t>
    </dgm:pt>
    <dgm:pt modelId="{A1A6C65A-4AF3-47A4-A43B-DC04B07C94AC}" type="parTrans" cxnId="{4009F980-C59F-4254-87E9-0832AF0023E2}">
      <dgm:prSet/>
      <dgm:spPr/>
      <dgm:t>
        <a:bodyPr/>
        <a:lstStyle/>
        <a:p>
          <a:endParaRPr lang="en-US"/>
        </a:p>
      </dgm:t>
    </dgm:pt>
    <dgm:pt modelId="{B268BD65-BB45-461C-B646-0CC3F4138053}" type="sibTrans" cxnId="{4009F980-C59F-4254-87E9-0832AF0023E2}">
      <dgm:prSet/>
      <dgm:spPr/>
      <dgm:t>
        <a:bodyPr/>
        <a:lstStyle/>
        <a:p>
          <a:endParaRPr lang="en-US"/>
        </a:p>
      </dgm:t>
    </dgm:pt>
    <dgm:pt modelId="{F469A323-B957-4F4D-9398-2F3F9C10FE4A}" type="pres">
      <dgm:prSet presAssocID="{13EA0481-54C1-41BC-8A26-C919DD560422}" presName="root" presStyleCnt="0">
        <dgm:presLayoutVars>
          <dgm:dir/>
          <dgm:resizeHandles val="exact"/>
        </dgm:presLayoutVars>
      </dgm:prSet>
      <dgm:spPr/>
    </dgm:pt>
    <dgm:pt modelId="{BA30270D-FAD1-46EB-A062-8C5A372907B9}" type="pres">
      <dgm:prSet presAssocID="{452FAF01-395F-4577-91EB-CEB73CA3E6C8}" presName="compNode" presStyleCnt="0"/>
      <dgm:spPr/>
    </dgm:pt>
    <dgm:pt modelId="{F6CC2B5C-5D1B-402B-82FE-EFD6985486A3}" type="pres">
      <dgm:prSet presAssocID="{452FAF01-395F-4577-91EB-CEB73CA3E6C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CB2CE80-4115-4A77-A677-B5DF60760ABE}" type="pres">
      <dgm:prSet presAssocID="{452FAF01-395F-4577-91EB-CEB73CA3E6C8}" presName="spaceRect" presStyleCnt="0"/>
      <dgm:spPr/>
    </dgm:pt>
    <dgm:pt modelId="{7A764E9D-4E57-46CE-8184-5CE4FACF2316}" type="pres">
      <dgm:prSet presAssocID="{452FAF01-395F-4577-91EB-CEB73CA3E6C8}" presName="textRect" presStyleLbl="revTx" presStyleIdx="0" presStyleCnt="4">
        <dgm:presLayoutVars>
          <dgm:chMax val="1"/>
          <dgm:chPref val="1"/>
        </dgm:presLayoutVars>
      </dgm:prSet>
      <dgm:spPr/>
    </dgm:pt>
    <dgm:pt modelId="{DF5556E2-ECC9-40EF-83A2-ED36D161862F}" type="pres">
      <dgm:prSet presAssocID="{CCA9E70D-4369-4E5E-BA07-BD2D3425DD22}" presName="sibTrans" presStyleCnt="0"/>
      <dgm:spPr/>
    </dgm:pt>
    <dgm:pt modelId="{45CB8B2A-C772-4860-807E-43BCAF5890E9}" type="pres">
      <dgm:prSet presAssocID="{4E35D2FB-6C63-4BD8-BB90-D3AE692811BB}" presName="compNode" presStyleCnt="0"/>
      <dgm:spPr/>
    </dgm:pt>
    <dgm:pt modelId="{C30912D3-9CD1-4EB6-BD5D-30989DEAC23B}" type="pres">
      <dgm:prSet presAssocID="{4E35D2FB-6C63-4BD8-BB90-D3AE692811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F68C2B61-2B97-43BF-AA50-B182979714B4}" type="pres">
      <dgm:prSet presAssocID="{4E35D2FB-6C63-4BD8-BB90-D3AE692811BB}" presName="spaceRect" presStyleCnt="0"/>
      <dgm:spPr/>
    </dgm:pt>
    <dgm:pt modelId="{EBCCBBF4-7F9D-4DB4-82D4-8384F95C88A0}" type="pres">
      <dgm:prSet presAssocID="{4E35D2FB-6C63-4BD8-BB90-D3AE692811BB}" presName="textRect" presStyleLbl="revTx" presStyleIdx="1" presStyleCnt="4">
        <dgm:presLayoutVars>
          <dgm:chMax val="1"/>
          <dgm:chPref val="1"/>
        </dgm:presLayoutVars>
      </dgm:prSet>
      <dgm:spPr/>
    </dgm:pt>
    <dgm:pt modelId="{4F0ED948-5E75-408F-BE35-64EC71EC7691}" type="pres">
      <dgm:prSet presAssocID="{D380EE20-6564-492E-9867-D689B8DB1F66}" presName="sibTrans" presStyleCnt="0"/>
      <dgm:spPr/>
    </dgm:pt>
    <dgm:pt modelId="{33E6C731-ECA1-45C3-8AB6-4F9CCF25C937}" type="pres">
      <dgm:prSet presAssocID="{E5ECDED8-C99A-4DE5-A9DB-678AB9C5001A}" presName="compNode" presStyleCnt="0"/>
      <dgm:spPr/>
    </dgm:pt>
    <dgm:pt modelId="{ABC9C7B8-EB76-4AC0-BC8E-547453EC6BA8}" type="pres">
      <dgm:prSet presAssocID="{E5ECDED8-C99A-4DE5-A9DB-678AB9C500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3F89E1F-B34F-42AC-977E-5022B4F8D4C6}" type="pres">
      <dgm:prSet presAssocID="{E5ECDED8-C99A-4DE5-A9DB-678AB9C5001A}" presName="spaceRect" presStyleCnt="0"/>
      <dgm:spPr/>
    </dgm:pt>
    <dgm:pt modelId="{D6F0971F-4AAC-4D5A-BCE0-F8484923D5F0}" type="pres">
      <dgm:prSet presAssocID="{E5ECDED8-C99A-4DE5-A9DB-678AB9C5001A}" presName="textRect" presStyleLbl="revTx" presStyleIdx="2" presStyleCnt="4">
        <dgm:presLayoutVars>
          <dgm:chMax val="1"/>
          <dgm:chPref val="1"/>
        </dgm:presLayoutVars>
      </dgm:prSet>
      <dgm:spPr/>
    </dgm:pt>
    <dgm:pt modelId="{4F3F1652-5ECE-4D8E-9252-AD74E1D83F49}" type="pres">
      <dgm:prSet presAssocID="{7542DB6B-7DAB-4685-80F0-82081427B120}" presName="sibTrans" presStyleCnt="0"/>
      <dgm:spPr/>
    </dgm:pt>
    <dgm:pt modelId="{F06D1D96-B145-4E47-AA82-1FACEC5B85D3}" type="pres">
      <dgm:prSet presAssocID="{98716076-75FA-4726-B57F-A7BCFD988FD6}" presName="compNode" presStyleCnt="0"/>
      <dgm:spPr/>
    </dgm:pt>
    <dgm:pt modelId="{D1C54FD6-2AF9-497C-8B46-058DD817DE69}" type="pres">
      <dgm:prSet presAssocID="{98716076-75FA-4726-B57F-A7BCFD988F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258AE74-1C60-47E7-A577-2AAD7BA9F6C5}" type="pres">
      <dgm:prSet presAssocID="{98716076-75FA-4726-B57F-A7BCFD988FD6}" presName="spaceRect" presStyleCnt="0"/>
      <dgm:spPr/>
    </dgm:pt>
    <dgm:pt modelId="{F1FB5523-948C-41D5-B28B-21A24D784E48}" type="pres">
      <dgm:prSet presAssocID="{98716076-75FA-4726-B57F-A7BCFD988FD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D6EE444-CFC0-4367-A465-9BAADF607243}" type="presOf" srcId="{452FAF01-395F-4577-91EB-CEB73CA3E6C8}" destId="{7A764E9D-4E57-46CE-8184-5CE4FACF2316}" srcOrd="0" destOrd="0" presId="urn:microsoft.com/office/officeart/2018/2/layout/IconLabelList"/>
    <dgm:cxn modelId="{AB6C2D56-D40C-4697-A023-4825F3680CDB}" type="presOf" srcId="{98716076-75FA-4726-B57F-A7BCFD988FD6}" destId="{F1FB5523-948C-41D5-B28B-21A24D784E48}" srcOrd="0" destOrd="0" presId="urn:microsoft.com/office/officeart/2018/2/layout/IconLabelList"/>
    <dgm:cxn modelId="{CA09EF7D-17D0-414B-B53A-E67A32217887}" type="presOf" srcId="{E5ECDED8-C99A-4DE5-A9DB-678AB9C5001A}" destId="{D6F0971F-4AAC-4D5A-BCE0-F8484923D5F0}" srcOrd="0" destOrd="0" presId="urn:microsoft.com/office/officeart/2018/2/layout/IconLabelList"/>
    <dgm:cxn modelId="{E5C5FC7D-1113-4617-AC80-A87374A4ACDA}" type="presOf" srcId="{13EA0481-54C1-41BC-8A26-C919DD560422}" destId="{F469A323-B957-4F4D-9398-2F3F9C10FE4A}" srcOrd="0" destOrd="0" presId="urn:microsoft.com/office/officeart/2018/2/layout/IconLabelList"/>
    <dgm:cxn modelId="{4009F980-C59F-4254-87E9-0832AF0023E2}" srcId="{13EA0481-54C1-41BC-8A26-C919DD560422}" destId="{98716076-75FA-4726-B57F-A7BCFD988FD6}" srcOrd="3" destOrd="0" parTransId="{A1A6C65A-4AF3-47A4-A43B-DC04B07C94AC}" sibTransId="{B268BD65-BB45-461C-B646-0CC3F4138053}"/>
    <dgm:cxn modelId="{4061D39B-3787-4F1C-9FDD-A1DD3967FBE7}" type="presOf" srcId="{4E35D2FB-6C63-4BD8-BB90-D3AE692811BB}" destId="{EBCCBBF4-7F9D-4DB4-82D4-8384F95C88A0}" srcOrd="0" destOrd="0" presId="urn:microsoft.com/office/officeart/2018/2/layout/IconLabelList"/>
    <dgm:cxn modelId="{191DC3B1-7C39-4083-B6C3-E2D43DEDEAA3}" srcId="{13EA0481-54C1-41BC-8A26-C919DD560422}" destId="{4E35D2FB-6C63-4BD8-BB90-D3AE692811BB}" srcOrd="1" destOrd="0" parTransId="{1115AEEA-5833-4BB0-80D4-D8EC6308C0E4}" sibTransId="{D380EE20-6564-492E-9867-D689B8DB1F66}"/>
    <dgm:cxn modelId="{3D08E6D2-9102-42E5-93AA-96CF839F47CD}" srcId="{13EA0481-54C1-41BC-8A26-C919DD560422}" destId="{452FAF01-395F-4577-91EB-CEB73CA3E6C8}" srcOrd="0" destOrd="0" parTransId="{4B947DD5-2990-4797-AC4A-F31823C435BA}" sibTransId="{CCA9E70D-4369-4E5E-BA07-BD2D3425DD22}"/>
    <dgm:cxn modelId="{B89168E1-3D94-4443-B4F3-46EBA4258676}" srcId="{13EA0481-54C1-41BC-8A26-C919DD560422}" destId="{E5ECDED8-C99A-4DE5-A9DB-678AB9C5001A}" srcOrd="2" destOrd="0" parTransId="{50722D53-0F0D-4719-8F7A-46E3CB79A545}" sibTransId="{7542DB6B-7DAB-4685-80F0-82081427B120}"/>
    <dgm:cxn modelId="{C55D862B-0B4B-4FAC-859F-5E3F1B999219}" type="presParOf" srcId="{F469A323-B957-4F4D-9398-2F3F9C10FE4A}" destId="{BA30270D-FAD1-46EB-A062-8C5A372907B9}" srcOrd="0" destOrd="0" presId="urn:microsoft.com/office/officeart/2018/2/layout/IconLabelList"/>
    <dgm:cxn modelId="{BA4D689E-DBE1-400C-9CB6-CFDE02E7CE30}" type="presParOf" srcId="{BA30270D-FAD1-46EB-A062-8C5A372907B9}" destId="{F6CC2B5C-5D1B-402B-82FE-EFD6985486A3}" srcOrd="0" destOrd="0" presId="urn:microsoft.com/office/officeart/2018/2/layout/IconLabelList"/>
    <dgm:cxn modelId="{18A6BE17-205F-4393-98CA-44D64EA5C376}" type="presParOf" srcId="{BA30270D-FAD1-46EB-A062-8C5A372907B9}" destId="{8CB2CE80-4115-4A77-A677-B5DF60760ABE}" srcOrd="1" destOrd="0" presId="urn:microsoft.com/office/officeart/2018/2/layout/IconLabelList"/>
    <dgm:cxn modelId="{CB9EEB55-C017-4DD7-95AD-BFC27EBFC447}" type="presParOf" srcId="{BA30270D-FAD1-46EB-A062-8C5A372907B9}" destId="{7A764E9D-4E57-46CE-8184-5CE4FACF2316}" srcOrd="2" destOrd="0" presId="urn:microsoft.com/office/officeart/2018/2/layout/IconLabelList"/>
    <dgm:cxn modelId="{799DE19D-ECC2-45B7-9D17-6E6FEC7562A8}" type="presParOf" srcId="{F469A323-B957-4F4D-9398-2F3F9C10FE4A}" destId="{DF5556E2-ECC9-40EF-83A2-ED36D161862F}" srcOrd="1" destOrd="0" presId="urn:microsoft.com/office/officeart/2018/2/layout/IconLabelList"/>
    <dgm:cxn modelId="{51BA8475-8263-45F2-954D-944FD15B048A}" type="presParOf" srcId="{F469A323-B957-4F4D-9398-2F3F9C10FE4A}" destId="{45CB8B2A-C772-4860-807E-43BCAF5890E9}" srcOrd="2" destOrd="0" presId="urn:microsoft.com/office/officeart/2018/2/layout/IconLabelList"/>
    <dgm:cxn modelId="{0776BFAD-E616-4DE9-9807-895EC2135FDF}" type="presParOf" srcId="{45CB8B2A-C772-4860-807E-43BCAF5890E9}" destId="{C30912D3-9CD1-4EB6-BD5D-30989DEAC23B}" srcOrd="0" destOrd="0" presId="urn:microsoft.com/office/officeart/2018/2/layout/IconLabelList"/>
    <dgm:cxn modelId="{47519E32-CFB3-46C7-853C-A4C23AA5E278}" type="presParOf" srcId="{45CB8B2A-C772-4860-807E-43BCAF5890E9}" destId="{F68C2B61-2B97-43BF-AA50-B182979714B4}" srcOrd="1" destOrd="0" presId="urn:microsoft.com/office/officeart/2018/2/layout/IconLabelList"/>
    <dgm:cxn modelId="{1BF46D19-297B-4C65-863C-7AE13F0E1A38}" type="presParOf" srcId="{45CB8B2A-C772-4860-807E-43BCAF5890E9}" destId="{EBCCBBF4-7F9D-4DB4-82D4-8384F95C88A0}" srcOrd="2" destOrd="0" presId="urn:microsoft.com/office/officeart/2018/2/layout/IconLabelList"/>
    <dgm:cxn modelId="{C50AD16E-354E-4AF7-987A-18948D5A3CDD}" type="presParOf" srcId="{F469A323-B957-4F4D-9398-2F3F9C10FE4A}" destId="{4F0ED948-5E75-408F-BE35-64EC71EC7691}" srcOrd="3" destOrd="0" presId="urn:microsoft.com/office/officeart/2018/2/layout/IconLabelList"/>
    <dgm:cxn modelId="{6AD58FD0-6E71-41E4-ABC5-5B9786D427E3}" type="presParOf" srcId="{F469A323-B957-4F4D-9398-2F3F9C10FE4A}" destId="{33E6C731-ECA1-45C3-8AB6-4F9CCF25C937}" srcOrd="4" destOrd="0" presId="urn:microsoft.com/office/officeart/2018/2/layout/IconLabelList"/>
    <dgm:cxn modelId="{6BDBEBA4-ECA0-4215-9969-8B4B1F53472F}" type="presParOf" srcId="{33E6C731-ECA1-45C3-8AB6-4F9CCF25C937}" destId="{ABC9C7B8-EB76-4AC0-BC8E-547453EC6BA8}" srcOrd="0" destOrd="0" presId="urn:microsoft.com/office/officeart/2018/2/layout/IconLabelList"/>
    <dgm:cxn modelId="{8D64D917-7894-4663-957E-44FABB044A02}" type="presParOf" srcId="{33E6C731-ECA1-45C3-8AB6-4F9CCF25C937}" destId="{83F89E1F-B34F-42AC-977E-5022B4F8D4C6}" srcOrd="1" destOrd="0" presId="urn:microsoft.com/office/officeart/2018/2/layout/IconLabelList"/>
    <dgm:cxn modelId="{B6309612-9ECA-49C9-98BB-FB3464D98967}" type="presParOf" srcId="{33E6C731-ECA1-45C3-8AB6-4F9CCF25C937}" destId="{D6F0971F-4AAC-4D5A-BCE0-F8484923D5F0}" srcOrd="2" destOrd="0" presId="urn:microsoft.com/office/officeart/2018/2/layout/IconLabelList"/>
    <dgm:cxn modelId="{E64D16E0-1083-4896-ADBC-948470D4FF2A}" type="presParOf" srcId="{F469A323-B957-4F4D-9398-2F3F9C10FE4A}" destId="{4F3F1652-5ECE-4D8E-9252-AD74E1D83F49}" srcOrd="5" destOrd="0" presId="urn:microsoft.com/office/officeart/2018/2/layout/IconLabelList"/>
    <dgm:cxn modelId="{1E3FCCDA-59D5-48AA-A0A2-69478E1C9E54}" type="presParOf" srcId="{F469A323-B957-4F4D-9398-2F3F9C10FE4A}" destId="{F06D1D96-B145-4E47-AA82-1FACEC5B85D3}" srcOrd="6" destOrd="0" presId="urn:microsoft.com/office/officeart/2018/2/layout/IconLabelList"/>
    <dgm:cxn modelId="{74D680C7-FDA1-41CB-9543-94C46698F094}" type="presParOf" srcId="{F06D1D96-B145-4E47-AA82-1FACEC5B85D3}" destId="{D1C54FD6-2AF9-497C-8B46-058DD817DE69}" srcOrd="0" destOrd="0" presId="urn:microsoft.com/office/officeart/2018/2/layout/IconLabelList"/>
    <dgm:cxn modelId="{AD66E397-CBF6-4EE8-B543-4779D3D92C55}" type="presParOf" srcId="{F06D1D96-B145-4E47-AA82-1FACEC5B85D3}" destId="{4258AE74-1C60-47E7-A577-2AAD7BA9F6C5}" srcOrd="1" destOrd="0" presId="urn:microsoft.com/office/officeart/2018/2/layout/IconLabelList"/>
    <dgm:cxn modelId="{54B5CA7E-5BAE-4095-BCB2-7AD06B26BD92}" type="presParOf" srcId="{F06D1D96-B145-4E47-AA82-1FACEC5B85D3}" destId="{F1FB5523-948C-41D5-B28B-21A24D784E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A29C86-A110-41C8-A4C0-CAE50374365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FE472B-B123-46F5-94DD-A70FCD6ADF28}">
      <dgm:prSet/>
      <dgm:spPr/>
      <dgm:t>
        <a:bodyPr/>
        <a:lstStyle/>
        <a:p>
          <a:pPr>
            <a:defRPr cap="all"/>
          </a:pPr>
          <a:r>
            <a:rPr lang="en-US"/>
            <a:t>Voltage drop reduces motor voltage</a:t>
          </a:r>
        </a:p>
      </dgm:t>
    </dgm:pt>
    <dgm:pt modelId="{23EF2B89-7C9A-41CF-9032-9EFC5A6B3571}" type="parTrans" cxnId="{7205795C-DD32-427A-A81D-A65BABDAFA2D}">
      <dgm:prSet/>
      <dgm:spPr/>
      <dgm:t>
        <a:bodyPr/>
        <a:lstStyle/>
        <a:p>
          <a:endParaRPr lang="en-US"/>
        </a:p>
      </dgm:t>
    </dgm:pt>
    <dgm:pt modelId="{E006C7AF-B057-4FE7-9E88-23D8093B2E62}" type="sibTrans" cxnId="{7205795C-DD32-427A-A81D-A65BABDAFA2D}">
      <dgm:prSet/>
      <dgm:spPr/>
      <dgm:t>
        <a:bodyPr/>
        <a:lstStyle/>
        <a:p>
          <a:endParaRPr lang="en-US"/>
        </a:p>
      </dgm:t>
    </dgm:pt>
    <dgm:pt modelId="{23289E93-17C3-4A1A-A068-387ED6E492E1}">
      <dgm:prSet/>
      <dgm:spPr/>
      <dgm:t>
        <a:bodyPr/>
        <a:lstStyle/>
        <a:p>
          <a:pPr>
            <a:defRPr cap="all"/>
          </a:pPr>
          <a:r>
            <a:rPr lang="en-US"/>
            <a:t>Thermal limit: 600 mA cont.</a:t>
          </a:r>
        </a:p>
      </dgm:t>
    </dgm:pt>
    <dgm:pt modelId="{02508EB6-095C-4BB8-913C-F974FD2D1904}" type="parTrans" cxnId="{4733DB2B-D585-405F-B88E-EAFB26DD2D24}">
      <dgm:prSet/>
      <dgm:spPr/>
      <dgm:t>
        <a:bodyPr/>
        <a:lstStyle/>
        <a:p>
          <a:endParaRPr lang="en-US"/>
        </a:p>
      </dgm:t>
    </dgm:pt>
    <dgm:pt modelId="{CCAC5598-CA7F-4406-948B-FD1BA9009540}" type="sibTrans" cxnId="{4733DB2B-D585-405F-B88E-EAFB26DD2D24}">
      <dgm:prSet/>
      <dgm:spPr/>
      <dgm:t>
        <a:bodyPr/>
        <a:lstStyle/>
        <a:p>
          <a:endParaRPr lang="en-US"/>
        </a:p>
      </dgm:t>
    </dgm:pt>
    <dgm:pt modelId="{9870BE01-E4E8-41BA-8F23-C6BE5D86F3F3}">
      <dgm:prSet/>
      <dgm:spPr/>
      <dgm:t>
        <a:bodyPr/>
        <a:lstStyle/>
        <a:p>
          <a:pPr>
            <a:defRPr cap="all"/>
          </a:pPr>
          <a:r>
            <a:rPr lang="en-US"/>
            <a:t>Internal clamp diodes protect against back‑EMF</a:t>
          </a:r>
        </a:p>
      </dgm:t>
    </dgm:pt>
    <dgm:pt modelId="{D135A70D-1416-4552-BBA5-ECD4934009C4}" type="parTrans" cxnId="{05BB84F5-8708-42D9-A0AE-89A190AEACCB}">
      <dgm:prSet/>
      <dgm:spPr/>
      <dgm:t>
        <a:bodyPr/>
        <a:lstStyle/>
        <a:p>
          <a:endParaRPr lang="en-US"/>
        </a:p>
      </dgm:t>
    </dgm:pt>
    <dgm:pt modelId="{93580DA9-9097-45E0-8C9E-C5DC3B2BE03C}" type="sibTrans" cxnId="{05BB84F5-8708-42D9-A0AE-89A190AEACCB}">
      <dgm:prSet/>
      <dgm:spPr/>
      <dgm:t>
        <a:bodyPr/>
        <a:lstStyle/>
        <a:p>
          <a:endParaRPr lang="en-US"/>
        </a:p>
      </dgm:t>
    </dgm:pt>
    <dgm:pt modelId="{9D39253A-F56A-41C3-B0FD-072646AC85F2}">
      <dgm:prSet/>
      <dgm:spPr/>
      <dgm:t>
        <a:bodyPr/>
        <a:lstStyle/>
        <a:p>
          <a:pPr>
            <a:defRPr cap="all"/>
          </a:pPr>
          <a:r>
            <a:rPr lang="en-US"/>
            <a:t>No current limiting: choose motors carefully</a:t>
          </a:r>
        </a:p>
      </dgm:t>
    </dgm:pt>
    <dgm:pt modelId="{78B0383D-74EF-4C1B-968E-5E78BFB4DA52}" type="parTrans" cxnId="{B5C3DDED-05D6-43FD-924B-540EA87C053E}">
      <dgm:prSet/>
      <dgm:spPr/>
      <dgm:t>
        <a:bodyPr/>
        <a:lstStyle/>
        <a:p>
          <a:endParaRPr lang="en-US"/>
        </a:p>
      </dgm:t>
    </dgm:pt>
    <dgm:pt modelId="{E7A7D2F7-EACA-4898-814A-EE12A6E1992D}" type="sibTrans" cxnId="{B5C3DDED-05D6-43FD-924B-540EA87C053E}">
      <dgm:prSet/>
      <dgm:spPr/>
      <dgm:t>
        <a:bodyPr/>
        <a:lstStyle/>
        <a:p>
          <a:endParaRPr lang="en-US"/>
        </a:p>
      </dgm:t>
    </dgm:pt>
    <dgm:pt modelId="{353C86BA-B67B-452E-96AD-0900D18881FF}" type="pres">
      <dgm:prSet presAssocID="{57A29C86-A110-41C8-A4C0-CAE503743653}" presName="root" presStyleCnt="0">
        <dgm:presLayoutVars>
          <dgm:dir/>
          <dgm:resizeHandles val="exact"/>
        </dgm:presLayoutVars>
      </dgm:prSet>
      <dgm:spPr/>
    </dgm:pt>
    <dgm:pt modelId="{862F7278-8656-46C4-9267-424AED8AACD8}" type="pres">
      <dgm:prSet presAssocID="{08FE472B-B123-46F5-94DD-A70FCD6ADF28}" presName="compNode" presStyleCnt="0"/>
      <dgm:spPr/>
    </dgm:pt>
    <dgm:pt modelId="{480AF587-25D8-4D7C-894E-FC623A1A4B31}" type="pres">
      <dgm:prSet presAssocID="{08FE472B-B123-46F5-94DD-A70FCD6ADF28}" presName="iconBgRect" presStyleLbl="bgShp" presStyleIdx="0" presStyleCnt="4"/>
      <dgm:spPr/>
    </dgm:pt>
    <dgm:pt modelId="{9A34565B-52B3-4C7F-86AE-65DD124570F0}" type="pres">
      <dgm:prSet presAssocID="{08FE472B-B123-46F5-94DD-A70FCD6ADF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D896EDB9-718B-4A81-BD98-78F3F32D7A17}" type="pres">
      <dgm:prSet presAssocID="{08FE472B-B123-46F5-94DD-A70FCD6ADF28}" presName="spaceRect" presStyleCnt="0"/>
      <dgm:spPr/>
    </dgm:pt>
    <dgm:pt modelId="{D1190EB3-795A-45AE-A096-FDB15A1FC421}" type="pres">
      <dgm:prSet presAssocID="{08FE472B-B123-46F5-94DD-A70FCD6ADF28}" presName="textRect" presStyleLbl="revTx" presStyleIdx="0" presStyleCnt="4">
        <dgm:presLayoutVars>
          <dgm:chMax val="1"/>
          <dgm:chPref val="1"/>
        </dgm:presLayoutVars>
      </dgm:prSet>
      <dgm:spPr/>
    </dgm:pt>
    <dgm:pt modelId="{58851EBB-C055-45B9-A16F-504DF163C8C6}" type="pres">
      <dgm:prSet presAssocID="{E006C7AF-B057-4FE7-9E88-23D8093B2E62}" presName="sibTrans" presStyleCnt="0"/>
      <dgm:spPr/>
    </dgm:pt>
    <dgm:pt modelId="{52D375D4-297C-4825-B22D-44A4E84A0E29}" type="pres">
      <dgm:prSet presAssocID="{23289E93-17C3-4A1A-A068-387ED6E492E1}" presName="compNode" presStyleCnt="0"/>
      <dgm:spPr/>
    </dgm:pt>
    <dgm:pt modelId="{AC654FB8-D1A8-469F-87DD-BD3BBFC5708E}" type="pres">
      <dgm:prSet presAssocID="{23289E93-17C3-4A1A-A068-387ED6E492E1}" presName="iconBgRect" presStyleLbl="bgShp" presStyleIdx="1" presStyleCnt="4"/>
      <dgm:spPr/>
    </dgm:pt>
    <dgm:pt modelId="{45D9CCF8-FAFF-4C7E-89ED-D105B2B00044}" type="pres">
      <dgm:prSet presAssocID="{23289E93-17C3-4A1A-A068-387ED6E492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4C5B974C-6C22-467C-B5EF-BD0FD270BA75}" type="pres">
      <dgm:prSet presAssocID="{23289E93-17C3-4A1A-A068-387ED6E492E1}" presName="spaceRect" presStyleCnt="0"/>
      <dgm:spPr/>
    </dgm:pt>
    <dgm:pt modelId="{02600A8F-C399-4398-AFB3-04CE81D3B928}" type="pres">
      <dgm:prSet presAssocID="{23289E93-17C3-4A1A-A068-387ED6E492E1}" presName="textRect" presStyleLbl="revTx" presStyleIdx="1" presStyleCnt="4">
        <dgm:presLayoutVars>
          <dgm:chMax val="1"/>
          <dgm:chPref val="1"/>
        </dgm:presLayoutVars>
      </dgm:prSet>
      <dgm:spPr/>
    </dgm:pt>
    <dgm:pt modelId="{1B8EAA3E-66E1-4F72-8F23-2EA2887BF655}" type="pres">
      <dgm:prSet presAssocID="{CCAC5598-CA7F-4406-948B-FD1BA9009540}" presName="sibTrans" presStyleCnt="0"/>
      <dgm:spPr/>
    </dgm:pt>
    <dgm:pt modelId="{10893F81-120B-47EF-99CE-97E4948DD47A}" type="pres">
      <dgm:prSet presAssocID="{9870BE01-E4E8-41BA-8F23-C6BE5D86F3F3}" presName="compNode" presStyleCnt="0"/>
      <dgm:spPr/>
    </dgm:pt>
    <dgm:pt modelId="{0A5DAA9A-B04E-421E-BE0D-41341B44339F}" type="pres">
      <dgm:prSet presAssocID="{9870BE01-E4E8-41BA-8F23-C6BE5D86F3F3}" presName="iconBgRect" presStyleLbl="bgShp" presStyleIdx="2" presStyleCnt="4"/>
      <dgm:spPr/>
    </dgm:pt>
    <dgm:pt modelId="{8F288506-2791-4439-B34B-C3FF7508D527}" type="pres">
      <dgm:prSet presAssocID="{9870BE01-E4E8-41BA-8F23-C6BE5D86F3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11E8E754-3932-47D0-B716-BDE198445A58}" type="pres">
      <dgm:prSet presAssocID="{9870BE01-E4E8-41BA-8F23-C6BE5D86F3F3}" presName="spaceRect" presStyleCnt="0"/>
      <dgm:spPr/>
    </dgm:pt>
    <dgm:pt modelId="{CF209206-3776-4C6A-A6FC-FDB8A36B1BB9}" type="pres">
      <dgm:prSet presAssocID="{9870BE01-E4E8-41BA-8F23-C6BE5D86F3F3}" presName="textRect" presStyleLbl="revTx" presStyleIdx="2" presStyleCnt="4">
        <dgm:presLayoutVars>
          <dgm:chMax val="1"/>
          <dgm:chPref val="1"/>
        </dgm:presLayoutVars>
      </dgm:prSet>
      <dgm:spPr/>
    </dgm:pt>
    <dgm:pt modelId="{AF24C535-73F7-46D4-9757-F96259B46D09}" type="pres">
      <dgm:prSet presAssocID="{93580DA9-9097-45E0-8C9E-C5DC3B2BE03C}" presName="sibTrans" presStyleCnt="0"/>
      <dgm:spPr/>
    </dgm:pt>
    <dgm:pt modelId="{68DF6564-AFD5-4450-8C50-95E4493D3B14}" type="pres">
      <dgm:prSet presAssocID="{9D39253A-F56A-41C3-B0FD-072646AC85F2}" presName="compNode" presStyleCnt="0"/>
      <dgm:spPr/>
    </dgm:pt>
    <dgm:pt modelId="{D4D7B252-7235-4558-9DD6-CD0DE8D93D72}" type="pres">
      <dgm:prSet presAssocID="{9D39253A-F56A-41C3-B0FD-072646AC85F2}" presName="iconBgRect" presStyleLbl="bgShp" presStyleIdx="3" presStyleCnt="4"/>
      <dgm:spPr/>
    </dgm:pt>
    <dgm:pt modelId="{DC0986CF-A656-44E0-B772-9A5ABEA0DF84}" type="pres">
      <dgm:prSet presAssocID="{9D39253A-F56A-41C3-B0FD-072646AC85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544972CE-C83D-415F-ABDE-00B593B6FDB0}" type="pres">
      <dgm:prSet presAssocID="{9D39253A-F56A-41C3-B0FD-072646AC85F2}" presName="spaceRect" presStyleCnt="0"/>
      <dgm:spPr/>
    </dgm:pt>
    <dgm:pt modelId="{27CF317F-91CB-4517-8502-E0F34F9C6BFD}" type="pres">
      <dgm:prSet presAssocID="{9D39253A-F56A-41C3-B0FD-072646AC85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60C6A0A-7960-4BCB-902F-30CA00C21AA0}" type="presOf" srcId="{23289E93-17C3-4A1A-A068-387ED6E492E1}" destId="{02600A8F-C399-4398-AFB3-04CE81D3B928}" srcOrd="0" destOrd="0" presId="urn:microsoft.com/office/officeart/2018/5/layout/IconCircleLabelList"/>
    <dgm:cxn modelId="{36C3AB26-39D3-42AE-92D4-D6AC3474622E}" type="presOf" srcId="{57A29C86-A110-41C8-A4C0-CAE503743653}" destId="{353C86BA-B67B-452E-96AD-0900D18881FF}" srcOrd="0" destOrd="0" presId="urn:microsoft.com/office/officeart/2018/5/layout/IconCircleLabelList"/>
    <dgm:cxn modelId="{979D0228-67C9-48D6-9775-1CA3EE89A0F3}" type="presOf" srcId="{08FE472B-B123-46F5-94DD-A70FCD6ADF28}" destId="{D1190EB3-795A-45AE-A096-FDB15A1FC421}" srcOrd="0" destOrd="0" presId="urn:microsoft.com/office/officeart/2018/5/layout/IconCircleLabelList"/>
    <dgm:cxn modelId="{4733DB2B-D585-405F-B88E-EAFB26DD2D24}" srcId="{57A29C86-A110-41C8-A4C0-CAE503743653}" destId="{23289E93-17C3-4A1A-A068-387ED6E492E1}" srcOrd="1" destOrd="0" parTransId="{02508EB6-095C-4BB8-913C-F974FD2D1904}" sibTransId="{CCAC5598-CA7F-4406-948B-FD1BA9009540}"/>
    <dgm:cxn modelId="{7205795C-DD32-427A-A81D-A65BABDAFA2D}" srcId="{57A29C86-A110-41C8-A4C0-CAE503743653}" destId="{08FE472B-B123-46F5-94DD-A70FCD6ADF28}" srcOrd="0" destOrd="0" parTransId="{23EF2B89-7C9A-41CF-9032-9EFC5A6B3571}" sibTransId="{E006C7AF-B057-4FE7-9E88-23D8093B2E62}"/>
    <dgm:cxn modelId="{E6E868CF-E427-4322-9BD0-DA2746053D28}" type="presOf" srcId="{9D39253A-F56A-41C3-B0FD-072646AC85F2}" destId="{27CF317F-91CB-4517-8502-E0F34F9C6BFD}" srcOrd="0" destOrd="0" presId="urn:microsoft.com/office/officeart/2018/5/layout/IconCircleLabelList"/>
    <dgm:cxn modelId="{B5C3DDED-05D6-43FD-924B-540EA87C053E}" srcId="{57A29C86-A110-41C8-A4C0-CAE503743653}" destId="{9D39253A-F56A-41C3-B0FD-072646AC85F2}" srcOrd="3" destOrd="0" parTransId="{78B0383D-74EF-4C1B-968E-5E78BFB4DA52}" sibTransId="{E7A7D2F7-EACA-4898-814A-EE12A6E1992D}"/>
    <dgm:cxn modelId="{609610EF-1AD0-42E5-92E5-523947314583}" type="presOf" srcId="{9870BE01-E4E8-41BA-8F23-C6BE5D86F3F3}" destId="{CF209206-3776-4C6A-A6FC-FDB8A36B1BB9}" srcOrd="0" destOrd="0" presId="urn:microsoft.com/office/officeart/2018/5/layout/IconCircleLabelList"/>
    <dgm:cxn modelId="{05BB84F5-8708-42D9-A0AE-89A190AEACCB}" srcId="{57A29C86-A110-41C8-A4C0-CAE503743653}" destId="{9870BE01-E4E8-41BA-8F23-C6BE5D86F3F3}" srcOrd="2" destOrd="0" parTransId="{D135A70D-1416-4552-BBA5-ECD4934009C4}" sibTransId="{93580DA9-9097-45E0-8C9E-C5DC3B2BE03C}"/>
    <dgm:cxn modelId="{0CF00E93-C98E-4B85-839D-80EDFBD9A48A}" type="presParOf" srcId="{353C86BA-B67B-452E-96AD-0900D18881FF}" destId="{862F7278-8656-46C4-9267-424AED8AACD8}" srcOrd="0" destOrd="0" presId="urn:microsoft.com/office/officeart/2018/5/layout/IconCircleLabelList"/>
    <dgm:cxn modelId="{F78700D3-2E52-4A07-8A40-CFFA10EC21E4}" type="presParOf" srcId="{862F7278-8656-46C4-9267-424AED8AACD8}" destId="{480AF587-25D8-4D7C-894E-FC623A1A4B31}" srcOrd="0" destOrd="0" presId="urn:microsoft.com/office/officeart/2018/5/layout/IconCircleLabelList"/>
    <dgm:cxn modelId="{6795B784-89B1-489E-8943-3BA980EB8766}" type="presParOf" srcId="{862F7278-8656-46C4-9267-424AED8AACD8}" destId="{9A34565B-52B3-4C7F-86AE-65DD124570F0}" srcOrd="1" destOrd="0" presId="urn:microsoft.com/office/officeart/2018/5/layout/IconCircleLabelList"/>
    <dgm:cxn modelId="{D4508032-5FFC-4876-B753-6C4BC9FFC24E}" type="presParOf" srcId="{862F7278-8656-46C4-9267-424AED8AACD8}" destId="{D896EDB9-718B-4A81-BD98-78F3F32D7A17}" srcOrd="2" destOrd="0" presId="urn:microsoft.com/office/officeart/2018/5/layout/IconCircleLabelList"/>
    <dgm:cxn modelId="{EBFCE5A7-21FC-484E-814B-AB3F38649331}" type="presParOf" srcId="{862F7278-8656-46C4-9267-424AED8AACD8}" destId="{D1190EB3-795A-45AE-A096-FDB15A1FC421}" srcOrd="3" destOrd="0" presId="urn:microsoft.com/office/officeart/2018/5/layout/IconCircleLabelList"/>
    <dgm:cxn modelId="{C878BD58-4437-4082-B0C0-0DFCE278E207}" type="presParOf" srcId="{353C86BA-B67B-452E-96AD-0900D18881FF}" destId="{58851EBB-C055-45B9-A16F-504DF163C8C6}" srcOrd="1" destOrd="0" presId="urn:microsoft.com/office/officeart/2018/5/layout/IconCircleLabelList"/>
    <dgm:cxn modelId="{794CE1EA-9C56-463E-91C3-BC04B0D0C847}" type="presParOf" srcId="{353C86BA-B67B-452E-96AD-0900D18881FF}" destId="{52D375D4-297C-4825-B22D-44A4E84A0E29}" srcOrd="2" destOrd="0" presId="urn:microsoft.com/office/officeart/2018/5/layout/IconCircleLabelList"/>
    <dgm:cxn modelId="{61FE0659-A892-4EA4-AA1B-1FF87688E63D}" type="presParOf" srcId="{52D375D4-297C-4825-B22D-44A4E84A0E29}" destId="{AC654FB8-D1A8-469F-87DD-BD3BBFC5708E}" srcOrd="0" destOrd="0" presId="urn:microsoft.com/office/officeart/2018/5/layout/IconCircleLabelList"/>
    <dgm:cxn modelId="{F1731D95-E8AD-4CAC-BE6C-724562B22954}" type="presParOf" srcId="{52D375D4-297C-4825-B22D-44A4E84A0E29}" destId="{45D9CCF8-FAFF-4C7E-89ED-D105B2B00044}" srcOrd="1" destOrd="0" presId="urn:microsoft.com/office/officeart/2018/5/layout/IconCircleLabelList"/>
    <dgm:cxn modelId="{8275D730-AF55-4029-AA37-E3A9891EA860}" type="presParOf" srcId="{52D375D4-297C-4825-B22D-44A4E84A0E29}" destId="{4C5B974C-6C22-467C-B5EF-BD0FD270BA75}" srcOrd="2" destOrd="0" presId="urn:microsoft.com/office/officeart/2018/5/layout/IconCircleLabelList"/>
    <dgm:cxn modelId="{3C6848B8-39D6-4824-A9BA-56B106B6384B}" type="presParOf" srcId="{52D375D4-297C-4825-B22D-44A4E84A0E29}" destId="{02600A8F-C399-4398-AFB3-04CE81D3B928}" srcOrd="3" destOrd="0" presId="urn:microsoft.com/office/officeart/2018/5/layout/IconCircleLabelList"/>
    <dgm:cxn modelId="{F0095D5A-4590-4DAE-946F-00C58E9FA268}" type="presParOf" srcId="{353C86BA-B67B-452E-96AD-0900D18881FF}" destId="{1B8EAA3E-66E1-4F72-8F23-2EA2887BF655}" srcOrd="3" destOrd="0" presId="urn:microsoft.com/office/officeart/2018/5/layout/IconCircleLabelList"/>
    <dgm:cxn modelId="{0010E8BE-31F1-4D85-A4E3-1517FED36D3E}" type="presParOf" srcId="{353C86BA-B67B-452E-96AD-0900D18881FF}" destId="{10893F81-120B-47EF-99CE-97E4948DD47A}" srcOrd="4" destOrd="0" presId="urn:microsoft.com/office/officeart/2018/5/layout/IconCircleLabelList"/>
    <dgm:cxn modelId="{D90848A3-7C22-4E83-AF65-5F43FB9CF024}" type="presParOf" srcId="{10893F81-120B-47EF-99CE-97E4948DD47A}" destId="{0A5DAA9A-B04E-421E-BE0D-41341B44339F}" srcOrd="0" destOrd="0" presId="urn:microsoft.com/office/officeart/2018/5/layout/IconCircleLabelList"/>
    <dgm:cxn modelId="{04C2E0DE-9A44-4071-B8D5-FB2E8EBF2137}" type="presParOf" srcId="{10893F81-120B-47EF-99CE-97E4948DD47A}" destId="{8F288506-2791-4439-B34B-C3FF7508D527}" srcOrd="1" destOrd="0" presId="urn:microsoft.com/office/officeart/2018/5/layout/IconCircleLabelList"/>
    <dgm:cxn modelId="{19327446-8E6C-4565-804B-5956C1BAB692}" type="presParOf" srcId="{10893F81-120B-47EF-99CE-97E4948DD47A}" destId="{11E8E754-3932-47D0-B716-BDE198445A58}" srcOrd="2" destOrd="0" presId="urn:microsoft.com/office/officeart/2018/5/layout/IconCircleLabelList"/>
    <dgm:cxn modelId="{0D3AFB0C-485C-41F1-B6B1-EB5497B2FDA2}" type="presParOf" srcId="{10893F81-120B-47EF-99CE-97E4948DD47A}" destId="{CF209206-3776-4C6A-A6FC-FDB8A36B1BB9}" srcOrd="3" destOrd="0" presId="urn:microsoft.com/office/officeart/2018/5/layout/IconCircleLabelList"/>
    <dgm:cxn modelId="{DDA4EA85-CF3F-45F3-95BB-FD2965EF09A8}" type="presParOf" srcId="{353C86BA-B67B-452E-96AD-0900D18881FF}" destId="{AF24C535-73F7-46D4-9757-F96259B46D09}" srcOrd="5" destOrd="0" presId="urn:microsoft.com/office/officeart/2018/5/layout/IconCircleLabelList"/>
    <dgm:cxn modelId="{D215E1DD-38B3-4577-950D-DDC7C385FD45}" type="presParOf" srcId="{353C86BA-B67B-452E-96AD-0900D18881FF}" destId="{68DF6564-AFD5-4450-8C50-95E4493D3B14}" srcOrd="6" destOrd="0" presId="urn:microsoft.com/office/officeart/2018/5/layout/IconCircleLabelList"/>
    <dgm:cxn modelId="{D8E7E83D-686D-4789-ABD7-1D6769D230BE}" type="presParOf" srcId="{68DF6564-AFD5-4450-8C50-95E4493D3B14}" destId="{D4D7B252-7235-4558-9DD6-CD0DE8D93D72}" srcOrd="0" destOrd="0" presId="urn:microsoft.com/office/officeart/2018/5/layout/IconCircleLabelList"/>
    <dgm:cxn modelId="{E0C0D845-2A16-4E3E-9318-0E36297DFA78}" type="presParOf" srcId="{68DF6564-AFD5-4450-8C50-95E4493D3B14}" destId="{DC0986CF-A656-44E0-B772-9A5ABEA0DF84}" srcOrd="1" destOrd="0" presId="urn:microsoft.com/office/officeart/2018/5/layout/IconCircleLabelList"/>
    <dgm:cxn modelId="{2D8E0D01-5AD3-4905-8018-F3CD971F2630}" type="presParOf" srcId="{68DF6564-AFD5-4450-8C50-95E4493D3B14}" destId="{544972CE-C83D-415F-ABDE-00B593B6FDB0}" srcOrd="2" destOrd="0" presId="urn:microsoft.com/office/officeart/2018/5/layout/IconCircleLabelList"/>
    <dgm:cxn modelId="{412C11CE-C3B8-41DA-881A-FACCBF95C55E}" type="presParOf" srcId="{68DF6564-AFD5-4450-8C50-95E4493D3B14}" destId="{27CF317F-91CB-4517-8502-E0F34F9C6BF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ECFAB-535A-4589-A389-30A8CF4D507F}">
      <dsp:nvSpPr>
        <dsp:cNvPr id="0" name=""/>
        <dsp:cNvSpPr/>
      </dsp:nvSpPr>
      <dsp:spPr>
        <a:xfrm>
          <a:off x="0" y="461649"/>
          <a:ext cx="7607751" cy="11272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D0A4D-E0E4-4B84-9D20-F1CD4DF4417B}">
      <dsp:nvSpPr>
        <dsp:cNvPr id="0" name=""/>
        <dsp:cNvSpPr/>
      </dsp:nvSpPr>
      <dsp:spPr>
        <a:xfrm>
          <a:off x="341003" y="715288"/>
          <a:ext cx="620005" cy="620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43AFB-4715-4961-BBA1-49017DF2983B}">
      <dsp:nvSpPr>
        <dsp:cNvPr id="0" name=""/>
        <dsp:cNvSpPr/>
      </dsp:nvSpPr>
      <dsp:spPr>
        <a:xfrm>
          <a:off x="1302012" y="461649"/>
          <a:ext cx="6305738" cy="1127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04" tIns="119304" rIns="119304" bIns="119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L293D is a dual H-bridge IC that acts like a “bridge” between your low-power control signals (raspberry pi, Arduino and the high-power needs of motors (higher voltage, higher current). It ensures you can run motors safely without burning out your microcontroller.</a:t>
          </a:r>
        </a:p>
      </dsp:txBody>
      <dsp:txXfrm>
        <a:off x="1302012" y="461649"/>
        <a:ext cx="6305738" cy="1127283"/>
      </dsp:txXfrm>
    </dsp:sp>
    <dsp:sp modelId="{FD0F841E-3636-43E7-8C51-242F6FF535C8}">
      <dsp:nvSpPr>
        <dsp:cNvPr id="0" name=""/>
        <dsp:cNvSpPr/>
      </dsp:nvSpPr>
      <dsp:spPr>
        <a:xfrm>
          <a:off x="0" y="1846597"/>
          <a:ext cx="7607751" cy="11272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AE3E7-28B1-4FE7-AC9A-D050078C5019}">
      <dsp:nvSpPr>
        <dsp:cNvPr id="0" name=""/>
        <dsp:cNvSpPr/>
      </dsp:nvSpPr>
      <dsp:spPr>
        <a:xfrm>
          <a:off x="341003" y="2100236"/>
          <a:ext cx="620005" cy="620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5EB01-AF5A-4D30-8EC5-203DAA4AFDF0}">
      <dsp:nvSpPr>
        <dsp:cNvPr id="0" name=""/>
        <dsp:cNvSpPr/>
      </dsp:nvSpPr>
      <dsp:spPr>
        <a:xfrm>
          <a:off x="1302012" y="1846597"/>
          <a:ext cx="6305738" cy="1127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04" tIns="119304" rIns="119304" bIns="119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It has separate logic and motor supplies which helps to transform the energy from low-voltage control signals into higher-voltage motor power, allowing small microcontrollers to safely drive larger motors.</a:t>
          </a:r>
        </a:p>
      </dsp:txBody>
      <dsp:txXfrm>
        <a:off x="1302012" y="1846597"/>
        <a:ext cx="6305738" cy="11272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C2B5C-5D1B-402B-82FE-EFD6985486A3}">
      <dsp:nvSpPr>
        <dsp:cNvPr id="0" name=""/>
        <dsp:cNvSpPr/>
      </dsp:nvSpPr>
      <dsp:spPr>
        <a:xfrm>
          <a:off x="406411" y="94700"/>
          <a:ext cx="664453" cy="664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4E9D-4E57-46CE-8184-5CE4FACF2316}">
      <dsp:nvSpPr>
        <dsp:cNvPr id="0" name=""/>
        <dsp:cNvSpPr/>
      </dsp:nvSpPr>
      <dsp:spPr>
        <a:xfrm>
          <a:off x="357" y="980776"/>
          <a:ext cx="1476562" cy="59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Microcontroller controls IN1–IN4</a:t>
          </a:r>
        </a:p>
      </dsp:txBody>
      <dsp:txXfrm>
        <a:off x="357" y="980776"/>
        <a:ext cx="1476562" cy="590625"/>
      </dsp:txXfrm>
    </dsp:sp>
    <dsp:sp modelId="{C30912D3-9CD1-4EB6-BD5D-30989DEAC23B}">
      <dsp:nvSpPr>
        <dsp:cNvPr id="0" name=""/>
        <dsp:cNvSpPr/>
      </dsp:nvSpPr>
      <dsp:spPr>
        <a:xfrm>
          <a:off x="2141372" y="94700"/>
          <a:ext cx="664453" cy="664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CBBF4-7F9D-4DB4-82D4-8384F95C88A0}">
      <dsp:nvSpPr>
        <dsp:cNvPr id="0" name=""/>
        <dsp:cNvSpPr/>
      </dsp:nvSpPr>
      <dsp:spPr>
        <a:xfrm>
          <a:off x="1735318" y="980776"/>
          <a:ext cx="1476562" cy="59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PWM → EN pins for speed control</a:t>
          </a:r>
        </a:p>
      </dsp:txBody>
      <dsp:txXfrm>
        <a:off x="1735318" y="980776"/>
        <a:ext cx="1476562" cy="590625"/>
      </dsp:txXfrm>
    </dsp:sp>
    <dsp:sp modelId="{ABC9C7B8-EB76-4AC0-BC8E-547453EC6BA8}">
      <dsp:nvSpPr>
        <dsp:cNvPr id="0" name=""/>
        <dsp:cNvSpPr/>
      </dsp:nvSpPr>
      <dsp:spPr>
        <a:xfrm>
          <a:off x="406411" y="1940541"/>
          <a:ext cx="664453" cy="664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0971F-4AAC-4D5A-BCE0-F8484923D5F0}">
      <dsp:nvSpPr>
        <dsp:cNvPr id="0" name=""/>
        <dsp:cNvSpPr/>
      </dsp:nvSpPr>
      <dsp:spPr>
        <a:xfrm>
          <a:off x="357" y="2826617"/>
          <a:ext cx="1476562" cy="59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Motor supply → VS, decoupling caps required</a:t>
          </a:r>
        </a:p>
      </dsp:txBody>
      <dsp:txXfrm>
        <a:off x="357" y="2826617"/>
        <a:ext cx="1476562" cy="590625"/>
      </dsp:txXfrm>
    </dsp:sp>
    <dsp:sp modelId="{D1C54FD6-2AF9-497C-8B46-058DD817DE69}">
      <dsp:nvSpPr>
        <dsp:cNvPr id="0" name=""/>
        <dsp:cNvSpPr/>
      </dsp:nvSpPr>
      <dsp:spPr>
        <a:xfrm>
          <a:off x="2141372" y="1940541"/>
          <a:ext cx="664453" cy="6644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B5523-948C-41D5-B28B-21A24D784E48}">
      <dsp:nvSpPr>
        <dsp:cNvPr id="0" name=""/>
        <dsp:cNvSpPr/>
      </dsp:nvSpPr>
      <dsp:spPr>
        <a:xfrm>
          <a:off x="1735318" y="2826617"/>
          <a:ext cx="1476562" cy="59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Common ground for logic and motor</a:t>
          </a:r>
        </a:p>
      </dsp:txBody>
      <dsp:txXfrm>
        <a:off x="1735318" y="2826617"/>
        <a:ext cx="1476562" cy="590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AF587-25D8-4D7C-894E-FC623A1A4B31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4565B-52B3-4C7F-86AE-65DD124570F0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90EB3-795A-45AE-A096-FDB15A1FC421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Voltage drop reduces motor voltage</a:t>
          </a:r>
        </a:p>
      </dsp:txBody>
      <dsp:txXfrm>
        <a:off x="2092" y="2524067"/>
        <a:ext cx="1741992" cy="696796"/>
      </dsp:txXfrm>
    </dsp:sp>
    <dsp:sp modelId="{AC654FB8-D1A8-469F-87DD-BD3BBFC5708E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D9CCF8-FAFF-4C7E-89ED-D105B2B00044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00A8F-C399-4398-AFB3-04CE81D3B928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Thermal limit: 600 mA cont.</a:t>
          </a:r>
        </a:p>
      </dsp:txBody>
      <dsp:txXfrm>
        <a:off x="2048933" y="2524067"/>
        <a:ext cx="1741992" cy="696796"/>
      </dsp:txXfrm>
    </dsp:sp>
    <dsp:sp modelId="{0A5DAA9A-B04E-421E-BE0D-41341B44339F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88506-2791-4439-B34B-C3FF7508D527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09206-3776-4C6A-A6FC-FDB8A36B1BB9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Internal clamp diodes protect against back‑EMF</a:t>
          </a:r>
        </a:p>
      </dsp:txBody>
      <dsp:txXfrm>
        <a:off x="4095774" y="2524067"/>
        <a:ext cx="1741992" cy="696796"/>
      </dsp:txXfrm>
    </dsp:sp>
    <dsp:sp modelId="{D4D7B252-7235-4558-9DD6-CD0DE8D93D72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986CF-A656-44E0-B772-9A5ABEA0DF8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F317F-91CB-4517-8502-E0F34F9C6BFD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No current limiting: choose motors carefully</a:t>
          </a:r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293D Supplier | L293D motor driver shield to drive DC motors as well ...">
            <a:extLst>
              <a:ext uri="{FF2B5EF4-FFF2-40B4-BE49-F238E27FC236}">
                <a16:creationId xmlns:a16="http://schemas.microsoft.com/office/drawing/2014/main" id="{FD66E19C-CC84-6367-418B-42E163E6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r="10208"/>
          <a:stretch>
            <a:fillRect/>
          </a:stretch>
        </p:blipFill>
        <p:spPr bwMode="auto">
          <a:xfrm>
            <a:off x="3082595" y="10"/>
            <a:ext cx="6061405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3" name="Freeform: Shape 1032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L293D H‑Bridge Motor Driver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2949980" cy="1208141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Brief Datasheet Presentation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 What is the L293D?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4" name="Content Placeholder 2">
            <a:extLst>
              <a:ext uri="{FF2B5EF4-FFF2-40B4-BE49-F238E27FC236}">
                <a16:creationId xmlns:a16="http://schemas.microsoft.com/office/drawing/2014/main" id="{C03143FF-54B8-83A7-A252-33445EBCBF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5245" y="2599509"/>
          <a:ext cx="7607751" cy="3435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25450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73940"/>
            <a:ext cx="3789277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100" kern="1200" dirty="0">
                <a:latin typeface="+mj-lt"/>
                <a:ea typeface="+mj-ea"/>
                <a:cs typeface="+mj-cs"/>
              </a:rPr>
              <a:t>Pin Overview</a:t>
            </a:r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EF5F7F3B-26CD-CFA1-1267-C451CC219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524721"/>
            <a:ext cx="3743722" cy="36771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 b="1"/>
              <a:t>Left side (Pins 1–8):</a:t>
            </a:r>
          </a:p>
          <a:p>
            <a:pPr>
              <a:lnSpc>
                <a:spcPct val="90000"/>
              </a:lnSpc>
            </a:pPr>
            <a:r>
              <a:rPr lang="en-US" sz="1200" b="1"/>
              <a:t>EN1,2</a:t>
            </a:r>
            <a:r>
              <a:rPr lang="en-US" sz="1200"/>
              <a:t> → Enable for OUT1 &amp; OUT2 (active HIGH)</a:t>
            </a:r>
          </a:p>
          <a:p>
            <a:pPr>
              <a:lnSpc>
                <a:spcPct val="90000"/>
              </a:lnSpc>
            </a:pPr>
            <a:r>
              <a:rPr lang="en-US" sz="1200" b="1"/>
              <a:t>IN1</a:t>
            </a:r>
            <a:r>
              <a:rPr lang="en-US" sz="1200"/>
              <a:t> → Logic input 1 (controls OUT1)</a:t>
            </a:r>
          </a:p>
          <a:p>
            <a:pPr>
              <a:lnSpc>
                <a:spcPct val="90000"/>
              </a:lnSpc>
            </a:pPr>
            <a:r>
              <a:rPr lang="en-US" sz="1200" b="1"/>
              <a:t>OUT1</a:t>
            </a:r>
            <a:r>
              <a:rPr lang="en-US" sz="1200"/>
              <a:t> → Output 1 (to Motor A terminal)</a:t>
            </a:r>
          </a:p>
          <a:p>
            <a:pPr>
              <a:lnSpc>
                <a:spcPct val="90000"/>
              </a:lnSpc>
            </a:pPr>
            <a:r>
              <a:rPr lang="en-US" sz="1200" b="1"/>
              <a:t>GND</a:t>
            </a:r>
            <a:r>
              <a:rPr lang="en-US" sz="1200"/>
              <a:t> → Ground</a:t>
            </a:r>
          </a:p>
          <a:p>
            <a:pPr>
              <a:lnSpc>
                <a:spcPct val="90000"/>
              </a:lnSpc>
            </a:pPr>
            <a:r>
              <a:rPr lang="en-US" sz="1200" b="1"/>
              <a:t>GND</a:t>
            </a:r>
            <a:r>
              <a:rPr lang="en-US" sz="1200"/>
              <a:t> → Ground</a:t>
            </a:r>
          </a:p>
          <a:p>
            <a:pPr>
              <a:lnSpc>
                <a:spcPct val="90000"/>
              </a:lnSpc>
            </a:pPr>
            <a:r>
              <a:rPr lang="en-US" sz="1200" b="1"/>
              <a:t>OUT2</a:t>
            </a:r>
            <a:r>
              <a:rPr lang="en-US" sz="1200"/>
              <a:t> → Output 2 (to Motor A terminal)</a:t>
            </a:r>
          </a:p>
          <a:p>
            <a:pPr>
              <a:lnSpc>
                <a:spcPct val="90000"/>
              </a:lnSpc>
            </a:pPr>
            <a:r>
              <a:rPr lang="en-US" sz="1200" b="1"/>
              <a:t>IN2</a:t>
            </a:r>
            <a:r>
              <a:rPr lang="en-US" sz="1200"/>
              <a:t> → Logic input 2 (controls OUT2)</a:t>
            </a:r>
          </a:p>
          <a:p>
            <a:pPr>
              <a:lnSpc>
                <a:spcPct val="90000"/>
              </a:lnSpc>
            </a:pPr>
            <a:r>
              <a:rPr lang="en-US" sz="1200" b="1"/>
              <a:t>VS</a:t>
            </a:r>
            <a:r>
              <a:rPr lang="en-US" sz="1200"/>
              <a:t> → Motor power supply (4.5 V to 36 V)</a:t>
            </a:r>
          </a:p>
          <a:p>
            <a:pPr>
              <a:lnSpc>
                <a:spcPct val="90000"/>
              </a:lnSpc>
            </a:pPr>
            <a:r>
              <a:rPr lang="en-US" sz="1200" b="1"/>
              <a:t>Right side (Pins 9–16):</a:t>
            </a:r>
          </a:p>
          <a:p>
            <a:pPr>
              <a:lnSpc>
                <a:spcPct val="90000"/>
              </a:lnSpc>
            </a:pPr>
            <a:r>
              <a:rPr lang="en-US" sz="1200" b="1"/>
              <a:t>EN3,4</a:t>
            </a:r>
            <a:r>
              <a:rPr lang="en-US" sz="1200"/>
              <a:t> → Enable for OUT3 &amp; OUT4 (active HIGH)</a:t>
            </a:r>
          </a:p>
          <a:p>
            <a:pPr>
              <a:lnSpc>
                <a:spcPct val="90000"/>
              </a:lnSpc>
            </a:pPr>
            <a:r>
              <a:rPr lang="en-US" sz="1200" b="1"/>
              <a:t>IN3</a:t>
            </a:r>
            <a:r>
              <a:rPr lang="en-US" sz="1200"/>
              <a:t> → Logic input 3 (controls OUT3)</a:t>
            </a:r>
          </a:p>
          <a:p>
            <a:pPr>
              <a:lnSpc>
                <a:spcPct val="90000"/>
              </a:lnSpc>
            </a:pPr>
            <a:r>
              <a:rPr lang="en-US" sz="1200" b="1"/>
              <a:t>OUT3</a:t>
            </a:r>
            <a:r>
              <a:rPr lang="en-US" sz="1200"/>
              <a:t> → Output 3 (to Motor B terminal)</a:t>
            </a:r>
          </a:p>
          <a:p>
            <a:pPr>
              <a:lnSpc>
                <a:spcPct val="90000"/>
              </a:lnSpc>
            </a:pPr>
            <a:r>
              <a:rPr lang="en-US" sz="1200" b="1"/>
              <a:t>GND</a:t>
            </a:r>
            <a:r>
              <a:rPr lang="en-US" sz="1200"/>
              <a:t> → Ground</a:t>
            </a:r>
          </a:p>
          <a:p>
            <a:pPr>
              <a:lnSpc>
                <a:spcPct val="90000"/>
              </a:lnSpc>
            </a:pPr>
            <a:r>
              <a:rPr lang="en-US" sz="1200" b="1"/>
              <a:t>GND</a:t>
            </a:r>
            <a:r>
              <a:rPr lang="en-US" sz="1200"/>
              <a:t> → Ground</a:t>
            </a:r>
          </a:p>
          <a:p>
            <a:pPr>
              <a:lnSpc>
                <a:spcPct val="90000"/>
              </a:lnSpc>
            </a:pPr>
            <a:r>
              <a:rPr lang="en-US" sz="1200" b="1"/>
              <a:t>OUT4</a:t>
            </a:r>
            <a:r>
              <a:rPr lang="en-US" sz="1200"/>
              <a:t> → Output 4 (to Motor B terminal)</a:t>
            </a:r>
          </a:p>
          <a:p>
            <a:pPr>
              <a:lnSpc>
                <a:spcPct val="90000"/>
              </a:lnSpc>
            </a:pPr>
            <a:r>
              <a:rPr lang="en-US" sz="1200" b="1"/>
              <a:t>IN4</a:t>
            </a:r>
            <a:r>
              <a:rPr lang="en-US" sz="1200"/>
              <a:t> → Logic input 4 (controls OUT4)</a:t>
            </a:r>
          </a:p>
          <a:p>
            <a:pPr>
              <a:lnSpc>
                <a:spcPct val="90000"/>
              </a:lnSpc>
            </a:pPr>
            <a:r>
              <a:rPr lang="en-US" sz="1200" b="1"/>
              <a:t>VSS</a:t>
            </a:r>
            <a:r>
              <a:rPr lang="en-US" sz="1200"/>
              <a:t> → Logic supply (typically +5 V)</a:t>
            </a:r>
          </a:p>
          <a:p>
            <a:pPr>
              <a:lnSpc>
                <a:spcPct val="90000"/>
              </a:lnSpc>
            </a:pPr>
            <a:endParaRPr lang="en-US" sz="12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224" y="608401"/>
            <a:ext cx="3478126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A433DE-B2D1-F0D0-6C7D-70FFE49C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869" y="1485660"/>
            <a:ext cx="3167439" cy="3946964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3) Core Specs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 dirty="0"/>
              <a:t>Motor supply (VS): 4.5 – 36 V</a:t>
            </a:r>
          </a:p>
          <a:p>
            <a:r>
              <a:rPr lang="en-US" sz="2100" dirty="0"/>
              <a:t>Logic supply (VSS): 4.5 – 5.5 V</a:t>
            </a:r>
          </a:p>
          <a:p>
            <a:r>
              <a:rPr lang="en-US" sz="2100" dirty="0"/>
              <a:t>Output current: 600 mA per channel (cont.), 1.2 A peak</a:t>
            </a:r>
          </a:p>
          <a:p>
            <a:r>
              <a:rPr lang="en-US" sz="2100" dirty="0"/>
              <a:t>TTL‑compatible inputs</a:t>
            </a:r>
          </a:p>
          <a:p>
            <a:r>
              <a:rPr lang="en-US" sz="2100" dirty="0"/>
              <a:t>Switching: a few kHz typical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Freeform: Shape 206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Truth Table </a:t>
            </a:r>
          </a:p>
        </p:txBody>
      </p:sp>
      <p:pic>
        <p:nvPicPr>
          <p:cNvPr id="2050" name="Picture 2" descr="How IC L293D runs a motor? | JAY Robotics's Blog">
            <a:extLst>
              <a:ext uri="{FF2B5EF4-FFF2-40B4-BE49-F238E27FC236}">
                <a16:creationId xmlns:a16="http://schemas.microsoft.com/office/drawing/2014/main" id="{CF18E479-A98D-44C4-2EC2-7892FFA778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315" y="1419267"/>
            <a:ext cx="8209369" cy="254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 Application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L293D Motor Driver Module buy online at Low Price in India ...">
            <a:extLst>
              <a:ext uri="{FF2B5EF4-FFF2-40B4-BE49-F238E27FC236}">
                <a16:creationId xmlns:a16="http://schemas.microsoft.com/office/drawing/2014/main" id="{6983AE50-821C-3426-244A-A3D991FA3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0803" y="2125405"/>
            <a:ext cx="4221014" cy="23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65F862-A7B0-7AE1-6F35-AA5F409CC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260993"/>
              </p:ext>
            </p:extLst>
          </p:nvPr>
        </p:nvGraphicFramePr>
        <p:xfrm>
          <a:off x="483799" y="2031101"/>
          <a:ext cx="3212238" cy="3511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Key Points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AD444DA-AD1D-BCA0-4FD2-45801C9F2A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43581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D688C-13AA-BC35-6A0F-C4D7A57B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Citation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81071-3B53-7FEA-EF95-7AB37D6FF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1200" dirty="0"/>
              <a:t>https://th.bing.com/th/id/R.e69f2c56be144ea69c3a785037e337b7?rik=BqaTYRb5vfUCpA&amp;riu=http%3a%2f%2f5.imimg.com%2fdata5%2fSELLER%2fDefault%2f2023%2f5%2f309490043%2fQT%2fSS%2fPD%2f2713384%2fl293d-motor-driver-ic.jpg&amp;ehk=G%2bqIM9B%2fnGOMAq9P4EfFov7dLtSxzQEK3K7bzxxBb1I%3d&amp;risl=&amp;pid=ImgRaw&amp;r=0 (Slide 1 Image)</a:t>
            </a:r>
          </a:p>
        </p:txBody>
      </p:sp>
    </p:spTree>
    <p:extLst>
      <p:ext uri="{BB962C8B-B14F-4D97-AF65-F5344CB8AC3E}">
        <p14:creationId xmlns:p14="http://schemas.microsoft.com/office/powerpoint/2010/main" val="188165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0DCAF-457B-E578-9ED9-CBFF6DA3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 for watching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8" name="Graphic 37" descr="Smiling Face with No Fill">
            <a:extLst>
              <a:ext uri="{FF2B5EF4-FFF2-40B4-BE49-F238E27FC236}">
                <a16:creationId xmlns:a16="http://schemas.microsoft.com/office/drawing/2014/main" id="{898A1716-81BF-66E7-149C-A1E28C1E4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433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CACE7D3-6848-40CB-8539-EE9014A36F7F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426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L293D H‑Bridge Motor Driver</vt:lpstr>
      <vt:lpstr> What is the L293D?</vt:lpstr>
      <vt:lpstr>Pin Overview</vt:lpstr>
      <vt:lpstr>3) Core Specs</vt:lpstr>
      <vt:lpstr>Truth Table </vt:lpstr>
      <vt:lpstr> Application</vt:lpstr>
      <vt:lpstr>Key Points </vt:lpstr>
      <vt:lpstr>Citation</vt:lpstr>
      <vt:lpstr>Thanks for watching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Bilal</dc:creator>
  <cp:keywords/>
  <dc:description>generated using python-pptx</dc:description>
  <cp:lastModifiedBy>Bilal Hussain Mohammed</cp:lastModifiedBy>
  <cp:revision>2</cp:revision>
  <dcterms:created xsi:type="dcterms:W3CDTF">2013-01-27T09:14:16Z</dcterms:created>
  <dcterms:modified xsi:type="dcterms:W3CDTF">2025-09-16T03:55:57Z</dcterms:modified>
  <cp:category/>
</cp:coreProperties>
</file>